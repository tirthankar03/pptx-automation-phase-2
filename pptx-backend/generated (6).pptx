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7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wmf" ContentType="image/x-wmf"/>
  <Override PartName="/ppt/media/image6.png" ContentType="image/png"/>
  <Override PartName="/ppt/media/image7.jpeg" ContentType="image/jpeg"/>
  <Override PartName="/ppt/media/image8.jpeg" ContentType="image/jpeg"/>
  <Override PartName="/ppt/embeddings/oleObject1.bin" ContentType="application/vnd.openxmlformats-officedocument.oleObject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notesMasterIdLst>
    <p:notesMasterId r:id="rId4"/>
  </p:notesMasterIdLst>
  <p:sldIdLst>
    <p:sldId id="256" r:id="rId5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algn="ctr"/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FreeSerif"/>
              </a:rPr>
              <a:t>Click to move the slide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0267697A-D5DB-4A9B-8418-D5827F39DF6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AB41EAF-D84F-433E-ABEE-777A31CDC61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08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203040" y="129528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EC3CD56-730C-4A6A-A2C3-5B66E9FF47D4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08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03040" y="129528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4C78252-8B66-4B28-879E-4024332389A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6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2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D63C825-0CF1-4003-8FCD-A45A08C1C77D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3" name="Rectangle 4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6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3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0" name="Rectangle 4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" name="Rectangle 6"/>
          <p:cNvSpPr/>
          <p:nvPr/>
        </p:nvSpPr>
        <p:spPr>
          <a:xfrm>
            <a:off x="6109560" y="0"/>
            <a:ext cx="6095160" cy="685728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2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680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892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ti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n 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B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k 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it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</a:t>
            </a: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endParaRPr b="0" lang="en-US" sz="42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600" cy="112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5" name="Rectangle 8"/>
          <p:cNvSpPr/>
          <p:nvPr/>
        </p:nvSpPr>
        <p:spPr>
          <a:xfrm>
            <a:off x="0" y="6759360"/>
            <a:ext cx="12191400" cy="1112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" name="Rectangle 10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8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9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50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080" cy="8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li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k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d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it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ti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tl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ty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160" cy="446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160" cy="446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14980BF2-7D3F-4AF2-A194-F9E43207C16D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7" name="Rectangle 5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5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0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6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080" cy="8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32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32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48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48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07435C5-30FE-4817-ADFC-FE7A3B57CA15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0" name="Rectangle 7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3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7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080" cy="8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5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9048DE3-DBED-494B-B8B4-BB06AE1484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2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8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sldNum" idx="6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89C3D9D9-9945-4685-9D78-B0068AD2479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400" cy="95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4800" cy="483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400" cy="365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sldNum" idx="7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251DDBC0-DA13-4A41-B2F5-8A865C0E77C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1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10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5" name="Rectangle 6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600" cy="91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k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o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</a:t>
            </a:r>
            <a:endParaRPr b="0" lang="en-US" sz="53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8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6852DD4-9A74-4791-A07D-172FB0BDD893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08" name="Rectangle 7"/>
          <p:cNvSpPr/>
          <p:nvPr/>
        </p:nvSpPr>
        <p:spPr>
          <a:xfrm>
            <a:off x="0" y="4965120"/>
            <a:ext cx="12191400" cy="806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400" cy="513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4720" cy="152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Rectangle 10"/>
          <p:cNvSpPr/>
          <p:nvPr/>
        </p:nvSpPr>
        <p:spPr>
          <a:xfrm>
            <a:off x="0" y="5703840"/>
            <a:ext cx="12191400" cy="680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12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5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11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ic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k 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to 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di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 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st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er 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tit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le 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st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yl</a:t>
            </a: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480" cy="339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1838D4C-F187-478F-A84D-845718FA351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23" name="Rectangle 5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6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12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080" cy="8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li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k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d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it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ti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tl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ty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C9AB9867-9DFF-4184-A2E0-042B5167E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3" name="Rectangle 4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6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13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480" cy="438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5840" cy="438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87B55F88-A30B-4678-97A7-B7BCD31D5348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3" name="Rectangle 4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46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14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50" name="Object 3"/>
          <p:cNvGraphicFramePr/>
          <p:nvPr/>
        </p:nvGraphicFramePr>
        <p:xfrm>
          <a:off x="2160" y="2160"/>
          <a:ext cx="1440" cy="144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151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440" cy="1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152" name="Straight Connector 14"/>
          <p:cNvCxnSpPr/>
          <p:nvPr/>
        </p:nvCxnSpPr>
        <p:spPr>
          <a:xfrm>
            <a:off x="203040" y="6456960"/>
            <a:ext cx="11781360" cy="216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153" name="Rectangle 17" hidden="1"/>
          <p:cNvSpPr/>
          <p:nvPr/>
        </p:nvSpPr>
        <p:spPr>
          <a:xfrm>
            <a:off x="0" y="0"/>
            <a:ext cx="210960" cy="21096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440" cy="78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</a:t>
            </a: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ic</a:t>
            </a: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k </a:t>
            </a: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to </a:t>
            </a: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ad</a:t>
            </a: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d </a:t>
            </a: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tit</a:t>
            </a: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cxnSp>
        <p:nvCxnSpPr>
          <p:cNvPr id="155" name="Straight Connector 13"/>
          <p:cNvCxnSpPr/>
          <p:nvPr/>
        </p:nvCxnSpPr>
        <p:spPr>
          <a:xfrm>
            <a:off x="203040" y="949320"/>
            <a:ext cx="11781360" cy="216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156" name="Text Box 10"/>
          <p:cNvSpPr/>
          <p:nvPr/>
        </p:nvSpPr>
        <p:spPr>
          <a:xfrm>
            <a:off x="5308560" y="6521040"/>
            <a:ext cx="1573920" cy="18396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ldNum" idx="12"/>
          </p:nvPr>
        </p:nvSpPr>
        <p:spPr>
          <a:xfrm>
            <a:off x="11430000" y="6440040"/>
            <a:ext cx="553320" cy="317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980194-8C1F-4727-BDE2-C7C2F8EFDE25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000" cy="180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9" name="bk object 19"/>
          <p:cNvSpPr/>
          <p:nvPr/>
        </p:nvSpPr>
        <p:spPr>
          <a:xfrm>
            <a:off x="10010880" y="6509160"/>
            <a:ext cx="1419480" cy="27216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6" hidden="1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2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16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Rectangle 1" hidden="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fl" hidden="1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66" name="Object 2"/>
          <p:cNvGraphicFramePr/>
          <p:nvPr/>
        </p:nvGraphicFramePr>
        <p:xfrm>
          <a:off x="2160" y="2160"/>
          <a:ext cx="1440" cy="144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167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440" cy="1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68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2000" y="0"/>
            <a:ext cx="41616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320" cy="14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li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k 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 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d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d 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ti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tl</a:t>
            </a: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endParaRPr b="0" lang="en-US" sz="3459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70" name="Rectangle 12"/>
          <p:cNvSpPr/>
          <p:nvPr/>
        </p:nvSpPr>
        <p:spPr>
          <a:xfrm>
            <a:off x="4080600" y="-1440"/>
            <a:ext cx="8110440" cy="68587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ldNum" idx="13"/>
          </p:nvPr>
        </p:nvSpPr>
        <p:spPr>
          <a:xfrm>
            <a:off x="11430000" y="6416640"/>
            <a:ext cx="55332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7A8A4C-11CE-40EC-9D61-D2CEC73380A6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78" name="Object 3"/>
          <p:cNvGraphicFramePr/>
          <p:nvPr/>
        </p:nvGraphicFramePr>
        <p:xfrm>
          <a:off x="2160" y="2160"/>
          <a:ext cx="1440" cy="144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179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440" cy="1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0" name="Rectangle 17" hidden="1"/>
          <p:cNvSpPr/>
          <p:nvPr/>
        </p:nvSpPr>
        <p:spPr>
          <a:xfrm>
            <a:off x="0" y="0"/>
            <a:ext cx="210960" cy="21096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440" cy="78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cxnSp>
        <p:nvCxnSpPr>
          <p:cNvPr id="182" name="Straight Connector 13"/>
          <p:cNvCxnSpPr/>
          <p:nvPr/>
        </p:nvCxnSpPr>
        <p:spPr>
          <a:xfrm>
            <a:off x="203040" y="949320"/>
            <a:ext cx="11781360" cy="216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183" name="Straight Connector 14"/>
          <p:cNvCxnSpPr/>
          <p:nvPr/>
        </p:nvCxnSpPr>
        <p:spPr>
          <a:xfrm>
            <a:off x="203040" y="6364080"/>
            <a:ext cx="11781360" cy="216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184" name="Text Box 10"/>
          <p:cNvSpPr/>
          <p:nvPr/>
        </p:nvSpPr>
        <p:spPr>
          <a:xfrm>
            <a:off x="5308560" y="6428160"/>
            <a:ext cx="1573920" cy="18396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14"/>
          </p:nvPr>
        </p:nvSpPr>
        <p:spPr>
          <a:xfrm>
            <a:off x="11430000" y="6416640"/>
            <a:ext cx="55332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3AF070-F1C9-4BFA-ABED-7805A148908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000" cy="502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8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9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190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193" name="Object 3"/>
          <p:cNvGraphicFramePr/>
          <p:nvPr/>
        </p:nvGraphicFramePr>
        <p:xfrm>
          <a:off x="2160" y="2160"/>
          <a:ext cx="1440" cy="144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194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440" cy="1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95" name="Rectangle 17" hidden="1"/>
          <p:cNvSpPr/>
          <p:nvPr/>
        </p:nvSpPr>
        <p:spPr>
          <a:xfrm>
            <a:off x="0" y="0"/>
            <a:ext cx="210960" cy="21096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sldNum" idx="15"/>
          </p:nvPr>
        </p:nvSpPr>
        <p:spPr>
          <a:xfrm>
            <a:off x="11430000" y="6416640"/>
            <a:ext cx="553320" cy="364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21D952-BB22-4D5D-9B5F-82AD0A6869E0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7" name="bk object 19"/>
          <p:cNvSpPr/>
          <p:nvPr/>
        </p:nvSpPr>
        <p:spPr>
          <a:xfrm>
            <a:off x="9816840" y="6467400"/>
            <a:ext cx="1419480" cy="27216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98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400" cy="624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560" cy="53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Rectangle 5"/>
          <p:cNvSpPr/>
          <p:nvPr/>
        </p:nvSpPr>
        <p:spPr>
          <a:xfrm>
            <a:off x="0" y="6812280"/>
            <a:ext cx="9237240" cy="4500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6"/>
          <p:cNvSpPr/>
          <p:nvPr/>
        </p:nvSpPr>
        <p:spPr>
          <a:xfrm>
            <a:off x="2928240" y="6812280"/>
            <a:ext cx="9237240" cy="4500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7"/>
          <p:cNvSpPr/>
          <p:nvPr/>
        </p:nvSpPr>
        <p:spPr>
          <a:xfrm>
            <a:off x="0" y="6467400"/>
            <a:ext cx="1565280" cy="313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203" name="Straight Connector 9"/>
          <p:cNvCxnSpPr/>
          <p:nvPr/>
        </p:nvCxnSpPr>
        <p:spPr>
          <a:xfrm>
            <a:off x="13680" y="831240"/>
            <a:ext cx="12165480" cy="72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4720" cy="9320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7760" cy="52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800" cy="44640"/>
          </a:xfrm>
          <a:prstGeom prst="straightConnector1">
            <a:avLst/>
          </a:prstGeom>
          <a:ln w="12700">
            <a:solidFill>
              <a:srgbClr val="bfbfbf"/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19840" cy="2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40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080" cy="8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li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k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o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d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it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M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a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r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ti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tl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e 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ty</a:t>
            </a: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le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084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4225977-B405-4FAA-AE7C-C2F21E06937F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-2019960" y="-1150920"/>
            <a:ext cx="16245000" cy="914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" name="TextBox 1"/>
          <p:cNvSpPr/>
          <p:nvPr/>
        </p:nvSpPr>
        <p:spPr>
          <a:xfrm>
            <a:off x="6898320" y="6562080"/>
            <a:ext cx="4392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" name="Group 1"/>
          <p:cNvGrpSpPr/>
          <p:nvPr/>
        </p:nvGrpSpPr>
        <p:grpSpPr>
          <a:xfrm>
            <a:off x="785880" y="6582600"/>
            <a:ext cx="6410880" cy="252720"/>
            <a:chOff x="785880" y="6582600"/>
            <a:chExt cx="6410880" cy="252720"/>
          </a:xfrm>
        </p:grpSpPr>
        <p:sp>
          <p:nvSpPr>
            <p:cNvPr id="12" name="TextBox 2"/>
            <p:cNvSpPr/>
            <p:nvPr/>
          </p:nvSpPr>
          <p:spPr>
            <a:xfrm>
              <a:off x="1051200" y="6582600"/>
              <a:ext cx="11527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3" name="Oval 1"/>
            <p:cNvSpPr/>
            <p:nvPr/>
          </p:nvSpPr>
          <p:spPr>
            <a:xfrm>
              <a:off x="785880" y="6604920"/>
              <a:ext cx="182160" cy="18216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TextBox 4"/>
            <p:cNvSpPr/>
            <p:nvPr/>
          </p:nvSpPr>
          <p:spPr>
            <a:xfrm>
              <a:off x="2151000" y="6593040"/>
              <a:ext cx="141912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5" name="Oval 2"/>
            <p:cNvSpPr/>
            <p:nvPr/>
          </p:nvSpPr>
          <p:spPr>
            <a:xfrm>
              <a:off x="1900800" y="6618600"/>
              <a:ext cx="182160" cy="18216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TextBox 6"/>
            <p:cNvSpPr/>
            <p:nvPr/>
          </p:nvSpPr>
          <p:spPr>
            <a:xfrm>
              <a:off x="3606120" y="6582600"/>
              <a:ext cx="184680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7" name="Oval 3"/>
            <p:cNvSpPr/>
            <p:nvPr/>
          </p:nvSpPr>
          <p:spPr>
            <a:xfrm>
              <a:off x="3407760" y="6618600"/>
              <a:ext cx="182160" cy="18216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TextBox 8"/>
            <p:cNvSpPr/>
            <p:nvPr/>
          </p:nvSpPr>
          <p:spPr>
            <a:xfrm>
              <a:off x="5721480" y="6586200"/>
              <a:ext cx="1475280" cy="24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9" name="Oval 4"/>
            <p:cNvSpPr/>
            <p:nvPr/>
          </p:nvSpPr>
          <p:spPr>
            <a:xfrm>
              <a:off x="5491080" y="6617520"/>
              <a:ext cx="182160" cy="18216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2760" cy="8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Project Update Data 1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11" name="TextBox 10"/>
          <p:cNvSpPr/>
          <p:nvPr/>
        </p:nvSpPr>
        <p:spPr>
          <a:xfrm>
            <a:off x="6900840" y="6561720"/>
            <a:ext cx="439236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12" name="Group 12"/>
          <p:cNvGrpSpPr/>
          <p:nvPr/>
        </p:nvGrpSpPr>
        <p:grpSpPr>
          <a:xfrm>
            <a:off x="788400" y="6582240"/>
            <a:ext cx="6410880" cy="263520"/>
            <a:chOff x="788400" y="6582240"/>
            <a:chExt cx="6410880" cy="263520"/>
          </a:xfrm>
        </p:grpSpPr>
        <p:sp>
          <p:nvSpPr>
            <p:cNvPr id="213" name="TextBox 3"/>
            <p:cNvSpPr/>
            <p:nvPr/>
          </p:nvSpPr>
          <p:spPr>
            <a:xfrm>
              <a:off x="1053720" y="6582240"/>
              <a:ext cx="1152720" cy="25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4"/>
            <p:cNvSpPr/>
            <p:nvPr/>
          </p:nvSpPr>
          <p:spPr>
            <a:xfrm>
              <a:off x="788400" y="6604560"/>
              <a:ext cx="182160" cy="18216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5"/>
            <p:cNvSpPr/>
            <p:nvPr/>
          </p:nvSpPr>
          <p:spPr>
            <a:xfrm>
              <a:off x="2153520" y="6592680"/>
              <a:ext cx="1419120" cy="25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16"/>
            <p:cNvSpPr/>
            <p:nvPr/>
          </p:nvSpPr>
          <p:spPr>
            <a:xfrm>
              <a:off x="1903320" y="6618240"/>
              <a:ext cx="182160" cy="18216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TextBox 7"/>
            <p:cNvSpPr/>
            <p:nvPr/>
          </p:nvSpPr>
          <p:spPr>
            <a:xfrm>
              <a:off x="3608640" y="6582240"/>
              <a:ext cx="1846800" cy="25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8" name="Oval 18"/>
            <p:cNvSpPr/>
            <p:nvPr/>
          </p:nvSpPr>
          <p:spPr>
            <a:xfrm>
              <a:off x="3410280" y="6618240"/>
              <a:ext cx="182160" cy="18216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TextBox 9"/>
            <p:cNvSpPr/>
            <p:nvPr/>
          </p:nvSpPr>
          <p:spPr>
            <a:xfrm>
              <a:off x="5724000" y="6585840"/>
              <a:ext cx="1475280" cy="253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20" name="Oval 20"/>
            <p:cNvSpPr/>
            <p:nvPr/>
          </p:nvSpPr>
          <p:spPr>
            <a:xfrm>
              <a:off x="5493600" y="6617160"/>
              <a:ext cx="182160" cy="18216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21" name="Table 216"/>
          <p:cNvGraphicFramePr/>
          <p:nvPr/>
        </p:nvGraphicFramePr>
        <p:xfrm>
          <a:off x="274320" y="1097280"/>
          <a:ext cx="11612520" cy="273996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Sl no.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Brief about change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What is the impact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Dev effort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Remarks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Gone Live/ETA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Status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</a:tr>
              <a:tr h="444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1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asiufdhiu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aiusdfh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aodifj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02/10/2026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2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asiufdhiu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aiusdfh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aodifj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02/10/2026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3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asiufdhiu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aiusdfh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aodifj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02/10/2026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4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asiufdhiu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aiusdfh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aodifj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02/10/2026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5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asiufdhiu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aiusdfh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aodifj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02/10/2026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2" name="Oval 217"/>
          <p:cNvSpPr/>
          <p:nvPr/>
        </p:nvSpPr>
        <p:spPr>
          <a:xfrm>
            <a:off x="11041560" y="1708200"/>
            <a:ext cx="228240" cy="2282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Oval 218"/>
          <p:cNvSpPr/>
          <p:nvPr/>
        </p:nvSpPr>
        <p:spPr>
          <a:xfrm>
            <a:off x="11041560" y="2152800"/>
            <a:ext cx="228240" cy="2282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Oval 219"/>
          <p:cNvSpPr/>
          <p:nvPr/>
        </p:nvSpPr>
        <p:spPr>
          <a:xfrm>
            <a:off x="11041560" y="2597040"/>
            <a:ext cx="228240" cy="2282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Oval 220"/>
          <p:cNvSpPr/>
          <p:nvPr/>
        </p:nvSpPr>
        <p:spPr>
          <a:xfrm>
            <a:off x="11041560" y="3041640"/>
            <a:ext cx="228240" cy="2282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Oval 221"/>
          <p:cNvSpPr/>
          <p:nvPr/>
        </p:nvSpPr>
        <p:spPr>
          <a:xfrm>
            <a:off x="11041560" y="3486240"/>
            <a:ext cx="228240" cy="2282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080" cy="85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Project Update Data 1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203040" y="129528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229" name="Table 3"/>
          <p:cNvGraphicFramePr/>
          <p:nvPr/>
        </p:nvGraphicFramePr>
        <p:xfrm>
          <a:off x="274320" y="1097280"/>
          <a:ext cx="11612520" cy="926280"/>
        </p:xfrm>
        <a:graphic>
          <a:graphicData uri="http://schemas.openxmlformats.org/drawingml/2006/table">
            <a:tbl>
              <a:tblPr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Sl no.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Brief about change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What is the impact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Dev effort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Remarks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Gone Live/ETA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FreeSerif"/>
                        </a:rPr>
                        <a:t>Status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1e497f"/>
                    </a:solidFill>
                  </a:tcPr>
                </a:tc>
              </a:tr>
              <a:tr h="44424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asiufdhiu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aiusdfh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L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aodifj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FreeSerif"/>
                        </a:rPr>
                        <a:t>02/10/2026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FreeSerif"/>
                      </a:endParaRPr>
                    </a:p>
                  </a:txBody>
                  <a:tcPr anchor="ctr" marL="91440" marR="91440">
                    <a:lnL w="18720">
                      <a:solidFill>
                        <a:srgbClr val="000000"/>
                      </a:solidFill>
                      <a:prstDash val="solid"/>
                    </a:lnL>
                    <a:lnR w="18720">
                      <a:solidFill>
                        <a:srgbClr val="000000"/>
                      </a:solidFill>
                      <a:prstDash val="solid"/>
                    </a:lnR>
                    <a:lnT w="18720">
                      <a:solidFill>
                        <a:srgbClr val="000000"/>
                      </a:solidFill>
                      <a:prstDash val="solid"/>
                    </a:lnT>
                    <a:lnB w="1872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0" name="Oval 4"/>
          <p:cNvSpPr/>
          <p:nvPr/>
        </p:nvSpPr>
        <p:spPr>
          <a:xfrm>
            <a:off x="11041560" y="1708200"/>
            <a:ext cx="228240" cy="2282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2026-01-29T12:59:42Z</dcterms:modified>
  <cp:revision>7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