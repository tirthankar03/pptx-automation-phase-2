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  <p:sldId id="258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JSON Data – JAN 2026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31597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Login page UI revamp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Improved usability and accessibility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Deployed successfully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10/10/2025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OTP retry logic added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Reduces login failures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Live in production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12/10/2025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Password policy update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Stronger security compliance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Pending rollout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18/10/2025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Dashboard API optimization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Faster load times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Performance testing ongoing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20/10/2025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Role-based access control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Restricts unauthorized access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Blocked due to dependency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25/10/2025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803400"/>
            <a:ext cx="228600" cy="228600"/>
          </a:xfrm>
          <a:prstGeom prst="ellipse">
            <a:avLst/>
          </a:prstGeom>
          <a:solidFill>
            <a:srgbClr val="00B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343150"/>
            <a:ext cx="228600" cy="228600"/>
          </a:xfrm>
          <a:prstGeom prst="ellipse">
            <a:avLst/>
          </a:prstGeom>
          <a:solidFill>
            <a:srgbClr val="00B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787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32740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962400"/>
            <a:ext cx="228600" cy="228600"/>
          </a:xfrm>
          <a:prstGeom prst="ellipse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JSON Data – JAN 2026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969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Audit log enhancements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Better traceability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Development started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28/10/2025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Session timeout handling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Improves security posture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Code review pending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30/10/2025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Error message standardization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Clearer user feedback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Ready for deployment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01/11/2025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Bulk upload validation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Prevents incorrect data entry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QA in progress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05/11/2025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Email notification retry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Ensures delivery reliability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Delayed due to infra issue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08/11/2025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FFC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B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13690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771900"/>
            <a:ext cx="228600" cy="228600"/>
          </a:xfrm>
          <a:prstGeom prst="ellipse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JSON Data – JAN 2026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Admin report export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Easier operational reporting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Not yet started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15/11/2025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FFC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