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17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customXml/item1.xml"/><Relationship Id="rId5" Type="http://schemas.openxmlformats.org/officeDocument/2006/relationships/customXml" Target="customXml/item2.xml"/><Relationship Id="rId6" Type="http://schemas.openxmlformats.org/officeDocument/2006/relationships/customXml" Target="customXml/item3.xml"/><Relationship Id="rId7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<Relationship Id="rId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5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fld id="{11943263-D929-4597-B2A4-19F781D1350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6DDFCE-392F-4365-ACE8-159D75A1C3C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<Relationship Id="rId7" Type="http://schemas.openxmlformats.org/officeDocument/2006/relationships/image" Target="../media/image7.jpeg"/><Relationship Id="rId8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3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03040" y="3022560"/>
            <a:ext cx="10362960" cy="9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ck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to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ed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it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Ma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er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titl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yle</a:t>
            </a:r>
            <a:endParaRPr b="0" lang="en-US" sz="53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1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7557946-D3CC-4BB3-9DED-D877CBDA92B9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" name="Rectangle 7"/>
          <p:cNvSpPr/>
          <p:nvPr/>
        </p:nvSpPr>
        <p:spPr>
          <a:xfrm>
            <a:off x="0" y="4965120"/>
            <a:ext cx="12191760" cy="80676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431280" y="452520"/>
            <a:ext cx="2687760" cy="51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Picture 9" descr=""/>
          <p:cNvPicPr/>
          <p:nvPr/>
        </p:nvPicPr>
        <p:blipFill>
          <a:blip r:embed="rId5"/>
          <a:stretch/>
        </p:blipFill>
        <p:spPr>
          <a:xfrm>
            <a:off x="10436760" y="243720"/>
            <a:ext cx="1495080" cy="152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Rectangle 10"/>
          <p:cNvSpPr/>
          <p:nvPr/>
        </p:nvSpPr>
        <p:spPr>
          <a:xfrm>
            <a:off x="0" y="5703840"/>
            <a:ext cx="12191760" cy="6840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760" bIns="237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7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2389680" y="1247400"/>
            <a:ext cx="7314840" cy="34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74"/>
              </a:spcBef>
              <a:buNone/>
              <a:tabLst>
                <a:tab algn="l" pos="0"/>
              </a:tabLst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2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497940D-573E-4FE6-804D-D27B3D72521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4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2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840" y="1512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7960" y="139716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3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A1C40A0-3043-459B-BF37-9BFE7FD6633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3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839080" y="1378080"/>
            <a:ext cx="2742840" cy="43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rm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378080"/>
            <a:ext cx="8026200" cy="43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4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CEB4972-07FA-4475-BA48-81E68A29EDB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4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52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cxnSp>
        <p:nvCxnSpPr>
          <p:cNvPr id="53" name="Straight Connector 14"/>
          <p:cNvCxnSpPr/>
          <p:nvPr/>
        </p:nvCxnSpPr>
        <p:spPr>
          <a:xfrm>
            <a:off x="203040" y="645696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54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80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56" name="Straight Connector 13"/>
          <p:cNvCxnSpPr/>
          <p:nvPr/>
        </p:nvCxnSpPr>
        <p:spPr>
          <a:xfrm>
            <a:off x="203040" y="94932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57" name="Text Box 10"/>
          <p:cNvSpPr/>
          <p:nvPr/>
        </p:nvSpPr>
        <p:spPr>
          <a:xfrm>
            <a:off x="5308560" y="6521040"/>
            <a:ext cx="1574280" cy="18432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5"/>
          </p:nvPr>
        </p:nvSpPr>
        <p:spPr>
          <a:xfrm>
            <a:off x="11430000" y="6440040"/>
            <a:ext cx="553680" cy="317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2D4FD9-9236-4BDB-BAB5-61204852F313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360" cy="180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bk object 19"/>
          <p:cNvSpPr/>
          <p:nvPr/>
        </p:nvSpPr>
        <p:spPr>
          <a:xfrm>
            <a:off x="10010880" y="6509160"/>
            <a:ext cx="1419840" cy="27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n one third">
    <p:bg>
      <p:bgPr>
        <a:gradFill rotWithShape="0">
          <a:gsLst>
            <a:gs pos="20000">
              <a:srgbClr val="4f81bd"/>
            </a:gs>
            <a:gs pos="100000">
              <a:srgbClr val="c0504d"/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" hidden="1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3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6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Rectangle 1" hidden="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fl" hidden="1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67" name="Object 2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68" name="Object 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69" name="Picture 9" descr=""/>
          <p:cNvPicPr/>
          <p:nvPr/>
        </p:nvPicPr>
        <p:blipFill>
          <a:blip r:embed="rId6"/>
          <a:srcRect l="29384" t="8739" r="117" b="28"/>
          <a:stretch/>
        </p:blipFill>
        <p:spPr>
          <a:xfrm flipH="1">
            <a:off x="3671640" y="0"/>
            <a:ext cx="4165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30000" y="2681280"/>
            <a:ext cx="3127680" cy="149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45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add title</a:t>
            </a:r>
            <a:endParaRPr b="0" lang="en-US" sz="3459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12"/>
          <p:cNvSpPr/>
          <p:nvPr/>
        </p:nvSpPr>
        <p:spPr>
          <a:xfrm>
            <a:off x="4080600" y="-1440"/>
            <a:ext cx="8110800" cy="6859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2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6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048F79-CCFE-4492-855C-9B56F156A3E4}" type="slidenum">
              <a: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5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76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79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80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81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80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83" name="Straight Connector 13"/>
          <p:cNvCxnSpPr/>
          <p:nvPr/>
        </p:nvCxnSpPr>
        <p:spPr>
          <a:xfrm>
            <a:off x="203040" y="94932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cxnSp>
        <p:nvCxnSpPr>
          <p:cNvPr id="84" name="Straight Connector 14"/>
          <p:cNvCxnSpPr/>
          <p:nvPr/>
        </p:nvCxnSpPr>
        <p:spPr>
          <a:xfrm>
            <a:off x="203040" y="636408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85" name="Text Box 10"/>
          <p:cNvSpPr/>
          <p:nvPr/>
        </p:nvSpPr>
        <p:spPr>
          <a:xfrm>
            <a:off x="5308560" y="6428160"/>
            <a:ext cx="1574280" cy="18432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7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D70C20-62E0-4CCD-9779-B9D876E88747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360" cy="50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0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9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94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95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96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sldNum" idx="8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3CD5D6-080D-4780-B6FA-C7426FB21C43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8" name="bk object 19"/>
          <p:cNvSpPr/>
          <p:nvPr/>
        </p:nvSpPr>
        <p:spPr>
          <a:xfrm>
            <a:off x="9816840" y="6467400"/>
            <a:ext cx="1419840" cy="27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Picture 1" descr=""/>
          <p:cNvPicPr/>
          <p:nvPr/>
        </p:nvPicPr>
        <p:blipFill>
          <a:blip r:embed="rId7"/>
          <a:stretch/>
        </p:blipFill>
        <p:spPr>
          <a:xfrm>
            <a:off x="0" y="0"/>
            <a:ext cx="12191760" cy="62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2" descr=""/>
          <p:cNvPicPr/>
          <p:nvPr/>
        </p:nvPicPr>
        <p:blipFill>
          <a:blip r:embed="rId8"/>
          <a:stretch/>
        </p:blipFill>
        <p:spPr>
          <a:xfrm>
            <a:off x="11282760" y="117720"/>
            <a:ext cx="700920" cy="5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Rectangle 5"/>
          <p:cNvSpPr/>
          <p:nvPr/>
        </p:nvSpPr>
        <p:spPr>
          <a:xfrm>
            <a:off x="0" y="6812280"/>
            <a:ext cx="9237600" cy="45360"/>
          </a:xfrm>
          <a:prstGeom prst="rect">
            <a:avLst/>
          </a:prstGeom>
          <a:solidFill>
            <a:srgbClr val="164b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6"/>
          <p:cNvSpPr/>
          <p:nvPr/>
        </p:nvSpPr>
        <p:spPr>
          <a:xfrm>
            <a:off x="2928240" y="6812280"/>
            <a:ext cx="9237600" cy="45360"/>
          </a:xfrm>
          <a:prstGeom prst="rect">
            <a:avLst/>
          </a:prstGeom>
          <a:solidFill>
            <a:srgbClr val="138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7"/>
          <p:cNvSpPr/>
          <p:nvPr/>
        </p:nvSpPr>
        <p:spPr>
          <a:xfrm>
            <a:off x="0" y="6467400"/>
            <a:ext cx="1565640" cy="313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4" name="Straight Connector 9"/>
          <p:cNvCxnSpPr/>
          <p:nvPr/>
        </p:nvCxnSpPr>
        <p:spPr>
          <a:xfrm>
            <a:off x="13680" y="831240"/>
            <a:ext cx="1216512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  <a:round/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0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203040" y="12952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9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BB5AD03-F2F1-4124-A60A-F71B8BF50CD0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1"/>
          <p:cNvSpPr/>
          <p:nvPr/>
        </p:nvSpPr>
        <p:spPr>
          <a:xfrm>
            <a:off x="6898320" y="6562080"/>
            <a:ext cx="4392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116" name="Group 1"/>
          <p:cNvGrpSpPr/>
          <p:nvPr/>
        </p:nvGrpSpPr>
        <p:grpSpPr>
          <a:xfrm>
            <a:off x="785880" y="6582600"/>
            <a:ext cx="6411240" cy="253440"/>
            <a:chOff x="785880" y="6582600"/>
            <a:chExt cx="6411240" cy="253440"/>
          </a:xfrm>
        </p:grpSpPr>
        <p:sp>
          <p:nvSpPr>
            <p:cNvPr id="117" name="TextBox 2"/>
            <p:cNvSpPr/>
            <p:nvPr/>
          </p:nvSpPr>
          <p:spPr>
            <a:xfrm>
              <a:off x="1051200" y="6582600"/>
              <a:ext cx="11530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18" name="Oval 1"/>
            <p:cNvSpPr/>
            <p:nvPr/>
          </p:nvSpPr>
          <p:spPr>
            <a:xfrm>
              <a:off x="785880" y="660492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TextBox 4"/>
            <p:cNvSpPr/>
            <p:nvPr/>
          </p:nvSpPr>
          <p:spPr>
            <a:xfrm>
              <a:off x="2151000" y="6593040"/>
              <a:ext cx="14194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0" name="Oval 2"/>
            <p:cNvSpPr/>
            <p:nvPr/>
          </p:nvSpPr>
          <p:spPr>
            <a:xfrm>
              <a:off x="1900800" y="661860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TextBox 6"/>
            <p:cNvSpPr/>
            <p:nvPr/>
          </p:nvSpPr>
          <p:spPr>
            <a:xfrm>
              <a:off x="3606120" y="6582600"/>
              <a:ext cx="1847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2" name="Oval 3"/>
            <p:cNvSpPr/>
            <p:nvPr/>
          </p:nvSpPr>
          <p:spPr>
            <a:xfrm>
              <a:off x="3407760" y="661860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TextBox 8"/>
            <p:cNvSpPr/>
            <p:nvPr/>
          </p:nvSpPr>
          <p:spPr>
            <a:xfrm>
              <a:off x="5721480" y="6586200"/>
              <a:ext cx="14756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4" name="Oval 4"/>
            <p:cNvSpPr/>
            <p:nvPr/>
          </p:nvSpPr>
          <p:spPr>
            <a:xfrm>
              <a:off x="5491080" y="661752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2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2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1219320">
              <a:lnSpc>
                <a:spcPct val="100000"/>
              </a:lnSpc>
              <a:spcBef>
                <a:spcPts val="1066"/>
              </a:spcBef>
              <a:buNone/>
              <a:tabLst>
                <a:tab algn="l" pos="0"/>
              </a:tabLst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53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0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77AE309-8C3C-41DE-8931-DD3287299C16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3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3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1" name="Rectangle 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6"/>
          <p:cNvSpPr/>
          <p:nvPr/>
        </p:nvSpPr>
        <p:spPr>
          <a:xfrm>
            <a:off x="6109560" y="0"/>
            <a:ext cx="6095520" cy="685764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3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1116360" y="2887920"/>
            <a:ext cx="3827160" cy="73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177240" y="2929320"/>
            <a:ext cx="584928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Section Break Title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197760" y="4849200"/>
            <a:ext cx="5871960" cy="112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0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text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8"/>
          <p:cNvSpPr/>
          <p:nvPr/>
        </p:nvSpPr>
        <p:spPr>
          <a:xfrm>
            <a:off x="0" y="6759360"/>
            <a:ext cx="12191760" cy="1116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10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50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5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4680" y="1512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09480" y="1200240"/>
            <a:ext cx="5384520" cy="44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6197760" y="1200240"/>
            <a:ext cx="5384520" cy="44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sldNum" idx="11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5B3EB72-46BF-4B7B-900E-EA4D81F63D7B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8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1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6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08360" y="219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09480" y="127620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609480" y="191628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6193440" y="127620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body"/>
          </p:nvPr>
        </p:nvSpPr>
        <p:spPr>
          <a:xfrm>
            <a:off x="6193440" y="191628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 type="sldNum" idx="12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02CD771-0C69-4BE0-8341-C334411969E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1" name="Rectangle 7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3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74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75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22040" y="165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13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8BF1486-A300-4076-A099-4AE9BDBA5AF2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0" name="Rectangle 3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83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8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sldNum" idx="14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798AAA2-D180-4648-A611-586CB1958201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8" name="Rectangle 2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91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9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1452600"/>
            <a:ext cx="4010760" cy="96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4766760" y="1446480"/>
            <a:ext cx="6815160" cy="483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609480" y="2616120"/>
            <a:ext cx="4010760" cy="365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sldNum" idx="15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B210876-2072-4623-9810-B6CA61D1CA9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9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200312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r>
              <a:t>Project Update Data 1</a:t>
            </a:r>
          </a:p>
        </p:txBody>
      </p:sp>
      <p:sp>
        <p:nvSpPr>
          <p:cNvPr id="207" name="TextBox 10"/>
          <p:cNvSpPr/>
          <p:nvPr/>
        </p:nvSpPr>
        <p:spPr>
          <a:xfrm>
            <a:off x="6900840" y="6561720"/>
            <a:ext cx="43927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208" name="Group 12"/>
          <p:cNvGrpSpPr/>
          <p:nvPr/>
        </p:nvGrpSpPr>
        <p:grpSpPr>
          <a:xfrm>
            <a:off x="788400" y="6582240"/>
            <a:ext cx="6411240" cy="263880"/>
            <a:chOff x="788400" y="6582240"/>
            <a:chExt cx="6411240" cy="263880"/>
          </a:xfrm>
        </p:grpSpPr>
        <p:sp>
          <p:nvSpPr>
            <p:cNvPr id="209" name="TextBox 3"/>
            <p:cNvSpPr/>
            <p:nvPr/>
          </p:nvSpPr>
          <p:spPr>
            <a:xfrm>
              <a:off x="1053720" y="6582240"/>
              <a:ext cx="11530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0" name="Oval 14"/>
            <p:cNvSpPr/>
            <p:nvPr/>
          </p:nvSpPr>
          <p:spPr>
            <a:xfrm>
              <a:off x="788400" y="660456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TextBox 5"/>
            <p:cNvSpPr/>
            <p:nvPr/>
          </p:nvSpPr>
          <p:spPr>
            <a:xfrm>
              <a:off x="2153520" y="6592680"/>
              <a:ext cx="14194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2" name="Oval 16"/>
            <p:cNvSpPr/>
            <p:nvPr/>
          </p:nvSpPr>
          <p:spPr>
            <a:xfrm>
              <a:off x="1903320" y="661824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TextBox 7"/>
            <p:cNvSpPr/>
            <p:nvPr/>
          </p:nvSpPr>
          <p:spPr>
            <a:xfrm>
              <a:off x="3608640" y="6582240"/>
              <a:ext cx="184716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4" name="Oval 18"/>
            <p:cNvSpPr/>
            <p:nvPr/>
          </p:nvSpPr>
          <p:spPr>
            <a:xfrm>
              <a:off x="3410280" y="661824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TextBox 9"/>
            <p:cNvSpPr/>
            <p:nvPr/>
          </p:nvSpPr>
          <p:spPr>
            <a:xfrm>
              <a:off x="5724000" y="6585840"/>
              <a:ext cx="147564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6" name="Oval 20"/>
            <p:cNvSpPr/>
            <p:nvPr/>
          </p:nvSpPr>
          <p:spPr>
            <a:xfrm>
              <a:off x="5493600" y="661716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217" name="Table 216"/>
          <p:cNvGraphicFramePr>
            <a:graphicFrameLocks noGrp="1"/>
          </p:cNvGraphicFramePr>
          <p:nvPr/>
        </p:nvGraphicFramePr>
        <p:xfrm>
          <a:off x="274320" y="1097280"/>
          <a:ext cx="11612880" cy="258826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2926080"/>
                <a:gridCol w="2560320"/>
                <a:gridCol w="914400"/>
                <a:gridCol w="18288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Sl no.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Brief about change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is the impact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Dev effort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Gone Live/ETA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8" name="Oval 217"/>
          <p:cNvSpPr/>
          <p:nvPr/>
        </p:nvSpPr>
        <p:spPr>
          <a:xfrm>
            <a:off x="11041380" y="1708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1041380" y="21526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1041380" y="2597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1041380" y="30416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1041380" y="3486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200312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r>
              <a:t>Project Update Data 1</a:t>
            </a:r>
          </a:p>
        </p:txBody>
      </p:sp>
      <p:sp>
        <p:nvSpPr>
          <p:cNvPr id="207" name="TextBox 10"/>
          <p:cNvSpPr/>
          <p:nvPr/>
        </p:nvSpPr>
        <p:spPr>
          <a:xfrm>
            <a:off x="6900840" y="6561720"/>
            <a:ext cx="43927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208" name="Group 12"/>
          <p:cNvGrpSpPr/>
          <p:nvPr/>
        </p:nvGrpSpPr>
        <p:grpSpPr>
          <a:xfrm>
            <a:off x="788400" y="6582240"/>
            <a:ext cx="6411240" cy="263880"/>
            <a:chOff x="788400" y="6582240"/>
            <a:chExt cx="6411240" cy="263880"/>
          </a:xfrm>
        </p:grpSpPr>
        <p:sp>
          <p:nvSpPr>
            <p:cNvPr id="209" name="TextBox 3"/>
            <p:cNvSpPr/>
            <p:nvPr/>
          </p:nvSpPr>
          <p:spPr>
            <a:xfrm>
              <a:off x="1053720" y="6582240"/>
              <a:ext cx="11530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0" name="Oval 14"/>
            <p:cNvSpPr/>
            <p:nvPr/>
          </p:nvSpPr>
          <p:spPr>
            <a:xfrm>
              <a:off x="788400" y="660456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TextBox 5"/>
            <p:cNvSpPr/>
            <p:nvPr/>
          </p:nvSpPr>
          <p:spPr>
            <a:xfrm>
              <a:off x="2153520" y="6592680"/>
              <a:ext cx="14194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2" name="Oval 16"/>
            <p:cNvSpPr/>
            <p:nvPr/>
          </p:nvSpPr>
          <p:spPr>
            <a:xfrm>
              <a:off x="1903320" y="661824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TextBox 7"/>
            <p:cNvSpPr/>
            <p:nvPr/>
          </p:nvSpPr>
          <p:spPr>
            <a:xfrm>
              <a:off x="3608640" y="6582240"/>
              <a:ext cx="184716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4" name="Oval 18"/>
            <p:cNvSpPr/>
            <p:nvPr/>
          </p:nvSpPr>
          <p:spPr>
            <a:xfrm>
              <a:off x="3410280" y="661824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TextBox 9"/>
            <p:cNvSpPr/>
            <p:nvPr/>
          </p:nvSpPr>
          <p:spPr>
            <a:xfrm>
              <a:off x="5724000" y="6585840"/>
              <a:ext cx="147564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6" name="Oval 20"/>
            <p:cNvSpPr/>
            <p:nvPr/>
          </p:nvSpPr>
          <p:spPr>
            <a:xfrm>
              <a:off x="5493600" y="661716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217" name="Table 216"/>
          <p:cNvGraphicFramePr>
            <a:graphicFrameLocks noGrp="1"/>
          </p:cNvGraphicFramePr>
          <p:nvPr/>
        </p:nvGraphicFramePr>
        <p:xfrm>
          <a:off x="274320" y="1097280"/>
          <a:ext cx="11612880" cy="81026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2926080"/>
                <a:gridCol w="2560320"/>
                <a:gridCol w="914400"/>
                <a:gridCol w="18288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Sl no.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Brief about change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is the impact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Dev effort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Gone Live/ETA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8" name="Oval 217"/>
          <p:cNvSpPr/>
          <p:nvPr/>
        </p:nvSpPr>
        <p:spPr>
          <a:xfrm>
            <a:off x="11041380" y="1708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A726AF866EB949905C263263F22C69" ma:contentTypeVersion="15" ma:contentTypeDescription="Create a new document." ma:contentTypeScope="" ma:versionID="707a0f7d09b5cd107bf28a52b74ff8b5">
  <xsd:schema xmlns:xsd="http://www.w3.org/2001/XMLSchema" xmlns:xs="http://www.w3.org/2001/XMLSchema" xmlns:p="http://schemas.microsoft.com/office/2006/metadata/properties" xmlns:ns2="d3889125-aaee-429f-b9ed-0a9b40d846ab" xmlns:ns3="4d1091d3-8b75-4c53-b255-1851c8860f82" targetNamespace="http://schemas.microsoft.com/office/2006/metadata/properties" ma:root="true" ma:fieldsID="4237103bcd9844aa107ac360b1e9b23f" ns2:_="" ns3:_="">
    <xsd:import namespace="d3889125-aaee-429f-b9ed-0a9b40d846ab"/>
    <xsd:import namespace="4d1091d3-8b75-4c53-b255-1851c8860f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889125-aaee-429f-b9ed-0a9b40d846a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694d9d8-dba4-45a1-a897-9a61e372a2a9}" ma:internalName="TaxCatchAll" ma:showField="CatchAllData" ma:web="d3889125-aaee-429f-b9ed-0a9b40d846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091d3-8b75-4c53-b255-1851c8860f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f1bc4c63-2640-44b8-a5e3-038ec50acd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1091d3-8b75-4c53-b255-1851c8860f82">
      <Terms xmlns="http://schemas.microsoft.com/office/infopath/2007/PartnerControls"/>
    </lcf76f155ced4ddcb4097134ff3c332f>
    <TaxCatchAll xmlns="d3889125-aaee-429f-b9ed-0a9b40d846ab" xsi:nil="true"/>
    <SharedWithUsers xmlns="d3889125-aaee-429f-b9ed-0a9b40d846ab">
      <UserInfo>
        <DisplayName>Ram Sundar B (Fintech/Chennai)</DisplayName>
        <AccountId>81</AccountId>
        <AccountType/>
      </UserInfo>
      <UserInfo>
        <DisplayName>Rengaraj S (Product Management/Chennai)</DisplayName>
        <AccountId>256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EFBF0D-79B2-4082-91C0-8B6AE13B302F}">
  <ds:schemaRefs>
    <ds:schemaRef ds:uri="4d1091d3-8b75-4c53-b255-1851c8860f82"/>
    <ds:schemaRef ds:uri="d3889125-aaee-429f-b9ed-0a9b40d846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B42909D-B837-4255-8B0D-CEF3F0743DF1}">
  <ds:schemaRefs>
    <ds:schemaRef ds:uri="4d1091d3-8b75-4c53-b255-1851c8860f82"/>
    <ds:schemaRef ds:uri="d3889125-aaee-429f-b9ed-0a9b40d846a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4F805CF-009F-4B0F-856A-CD5DED1FE6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LibreOffice/25.2.7.2$Linux_X86_64 LibreOffice_project/520$Build-2</Application>
  <AppVersion>15.0000</AppVersion>
  <Words>35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2024-05-08T05:47:52Z</dcterms:created>
  <dc:creator>Juliet Celin Prabha J (IT/Chennai)</dc:creator>
  <dc:description/>
  <dc:language>en-US</dc:language>
  <cp:lastModifiedBy/>
  <dcterms:modified xsi:type="dcterms:W3CDTF">2026-01-27T09:17:26Z</dcterms:modified>
  <cp:revision>6</cp:revision>
  <dc:subject/>
  <dc:title>Digital Transformation Projects – One LOS &amp; One LMS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TVSC_INT3RNAL</vt:lpwstr>
  </property>
  <property fmtid="{D5CDD505-2E9C-101B-9397-08002B2CF9AE}" pid="3" name="ContentTypeId">
    <vt:lpwstr>0x01010024A726AF866EB949905C263263F22C69</vt:lpwstr>
  </property>
  <property fmtid="{D5CDD505-2E9C-101B-9397-08002B2CF9AE}" pid="4" name="MSIP_Label_6acbd73f-3615-48fc-b186-fc426e09ae88_ActionId">
    <vt:lpwstr>8c073f4a-077f-4f2b-90bf-44bfe4e92ac1</vt:lpwstr>
  </property>
  <property fmtid="{D5CDD505-2E9C-101B-9397-08002B2CF9AE}" pid="5" name="MSIP_Label_6acbd73f-3615-48fc-b186-fc426e09ae88_ContentBits">
    <vt:lpwstr>0</vt:lpwstr>
  </property>
  <property fmtid="{D5CDD505-2E9C-101B-9397-08002B2CF9AE}" pid="6" name="MSIP_Label_6acbd73f-3615-48fc-b186-fc426e09ae88_Enabled">
    <vt:lpwstr>true</vt:lpwstr>
  </property>
  <property fmtid="{D5CDD505-2E9C-101B-9397-08002B2CF9AE}" pid="7" name="MSIP_Label_6acbd73f-3615-48fc-b186-fc426e09ae88_Method">
    <vt:lpwstr>Privileged</vt:lpwstr>
  </property>
  <property fmtid="{D5CDD505-2E9C-101B-9397-08002B2CF9AE}" pid="8" name="MSIP_Label_6acbd73f-3615-48fc-b186-fc426e09ae88_Name">
    <vt:lpwstr>Internal - TVS Credits</vt:lpwstr>
  </property>
  <property fmtid="{D5CDD505-2E9C-101B-9397-08002B2CF9AE}" pid="9" name="MSIP_Label_6acbd73f-3615-48fc-b186-fc426e09ae88_SetDate">
    <vt:lpwstr>2024-05-15T05:25:54Z</vt:lpwstr>
  </property>
  <property fmtid="{D5CDD505-2E9C-101B-9397-08002B2CF9AE}" pid="10" name="MSIP_Label_6acbd73f-3615-48fc-b186-fc426e09ae88_SiteId">
    <vt:lpwstr>125330db-c70b-4f5e-81c6-23e86d3c1f3a</vt:lpwstr>
  </property>
  <property fmtid="{D5CDD505-2E9C-101B-9397-08002B2CF9AE}" pid="11" name="MediaServiceImageTags">
    <vt:lpwstr/>
  </property>
  <property fmtid="{D5CDD505-2E9C-101B-9397-08002B2CF9AE}" pid="12" name="Notes">
    <vt:i4>1</vt:i4>
  </property>
  <property fmtid="{D5CDD505-2E9C-101B-9397-08002B2CF9AE}" pid="13" name="PresentationFormat">
    <vt:lpwstr>Widescreen</vt:lpwstr>
  </property>
  <property fmtid="{D5CDD505-2E9C-101B-9397-08002B2CF9AE}" pid="14" name="Slides">
    <vt:i4>1</vt:i4>
  </property>
  <property fmtid="{D5CDD505-2E9C-101B-9397-08002B2CF9AE}" pid="15" name="TitusGUID">
    <vt:lpwstr>8178eed8-7b47-46ea-8b27-1b3c7b5398e6</vt:lpwstr>
  </property>
</Properties>
</file>