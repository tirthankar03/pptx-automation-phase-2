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17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11943263-D929-4597-B2A4-19F781D1350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6DDFCE-392F-4365-ACE8-159D75A1C3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3040" y="3022560"/>
            <a:ext cx="1036296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ck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to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ed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it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Ma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er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titl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yle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557946-D3CC-4BB3-9DED-D877CBDA92B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0" y="4965120"/>
            <a:ext cx="12191760" cy="80676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431280" y="452520"/>
            <a:ext cx="2687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9" descr=""/>
          <p:cNvPicPr/>
          <p:nvPr/>
        </p:nvPicPr>
        <p:blipFill>
          <a:blip r:embed="rId5"/>
          <a:stretch/>
        </p:blipFill>
        <p:spPr>
          <a:xfrm>
            <a:off x="10436760" y="243720"/>
            <a:ext cx="1495080" cy="15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angle 10"/>
          <p:cNvSpPr/>
          <p:nvPr/>
        </p:nvSpPr>
        <p:spPr>
          <a:xfrm>
            <a:off x="0" y="5703840"/>
            <a:ext cx="12191760" cy="684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389680" y="1247400"/>
            <a:ext cx="7314840" cy="34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97940D-573E-4FE6-804D-D27B3D72521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84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7960" y="139716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1C40A0-3043-459B-BF37-9BFE7FD6633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839080" y="1378080"/>
            <a:ext cx="274284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378080"/>
            <a:ext cx="802620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EB4972-07FA-4475-BA48-81E68A29EDB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4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2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53" name="Straight Connector 14"/>
          <p:cNvCxnSpPr/>
          <p:nvPr/>
        </p:nvCxnSpPr>
        <p:spPr>
          <a:xfrm>
            <a:off x="203040" y="645696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4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56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7" name="Text Box 10"/>
          <p:cNvSpPr/>
          <p:nvPr/>
        </p:nvSpPr>
        <p:spPr>
          <a:xfrm>
            <a:off x="5308560" y="652104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5"/>
          </p:nvPr>
        </p:nvSpPr>
        <p:spPr>
          <a:xfrm>
            <a:off x="11430000" y="6440040"/>
            <a:ext cx="553680" cy="31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2D4FD9-9236-4BDB-BAB5-61204852F31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18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19"/>
          <p:cNvSpPr/>
          <p:nvPr/>
        </p:nvSpPr>
        <p:spPr>
          <a:xfrm>
            <a:off x="10010880" y="650916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 one third">
    <p:bg>
      <p:bgPr>
        <a:gradFill rotWithShape="0">
          <a:gsLst>
            <a:gs pos="20000">
              <a:srgbClr val="4f81bd"/>
            </a:gs>
            <a:gs pos="100000">
              <a:srgbClr val="c0504d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 hidden="1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6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1" hidden="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fl" hidden="1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67" name="Object 2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8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9" name="Picture 9" descr=""/>
          <p:cNvPicPr/>
          <p:nvPr/>
        </p:nvPicPr>
        <p:blipFill>
          <a:blip r:embed="rId6"/>
          <a:srcRect l="29384" t="8739" r="117" b="28"/>
          <a:stretch/>
        </p:blipFill>
        <p:spPr>
          <a:xfrm flipH="1">
            <a:off x="3671640" y="0"/>
            <a:ext cx="416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30000" y="2681280"/>
            <a:ext cx="312768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add title</a:t>
            </a:r>
            <a:endParaRPr b="0" lang="en-US" sz="3459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4080600" y="-1440"/>
            <a:ext cx="8110800" cy="6859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6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48F79-CCFE-4492-855C-9B56F156A3E4}" type="slidenum">
              <a: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5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76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79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80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1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cxnSp>
        <p:nvCxnSpPr>
          <p:cNvPr id="84" name="Straight Connector 14"/>
          <p:cNvCxnSpPr/>
          <p:nvPr/>
        </p:nvCxnSpPr>
        <p:spPr>
          <a:xfrm>
            <a:off x="203040" y="636408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85" name="Text Box 10"/>
          <p:cNvSpPr/>
          <p:nvPr/>
        </p:nvSpPr>
        <p:spPr>
          <a:xfrm>
            <a:off x="5308560" y="642816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7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D70C20-62E0-4CCD-9779-B9D876E88747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50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9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94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95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8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3CD5D6-080D-4780-B6FA-C7426FB21C4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8" name="bk object 19"/>
          <p:cNvSpPr/>
          <p:nvPr/>
        </p:nvSpPr>
        <p:spPr>
          <a:xfrm>
            <a:off x="9816840" y="646740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" descr=""/>
          <p:cNvPicPr/>
          <p:nvPr/>
        </p:nvPicPr>
        <p:blipFill>
          <a:blip r:embed="rId7"/>
          <a:stretch/>
        </p:blipFill>
        <p:spPr>
          <a:xfrm>
            <a:off x="0" y="0"/>
            <a:ext cx="12191760" cy="62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2" descr=""/>
          <p:cNvPicPr/>
          <p:nvPr/>
        </p:nvPicPr>
        <p:blipFill>
          <a:blip r:embed="rId8"/>
          <a:stretch/>
        </p:blipFill>
        <p:spPr>
          <a:xfrm>
            <a:off x="11282760" y="117720"/>
            <a:ext cx="7009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5"/>
          <p:cNvSpPr/>
          <p:nvPr/>
        </p:nvSpPr>
        <p:spPr>
          <a:xfrm>
            <a:off x="0" y="6812280"/>
            <a:ext cx="9237600" cy="4536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2928240" y="6812280"/>
            <a:ext cx="9237600" cy="4536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6467400"/>
            <a:ext cx="1565640" cy="313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3680" y="831240"/>
            <a:ext cx="121651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0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3040" y="12952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9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B5AD03-F2F1-4124-A60A-F71B8BF50CD0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"/>
          <p:cNvSpPr/>
          <p:nvPr/>
        </p:nvSpPr>
        <p:spPr>
          <a:xfrm>
            <a:off x="6898320" y="6562080"/>
            <a:ext cx="439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116" name="Group 1"/>
          <p:cNvGrpSpPr/>
          <p:nvPr/>
        </p:nvGrpSpPr>
        <p:grpSpPr>
          <a:xfrm>
            <a:off x="785880" y="6582600"/>
            <a:ext cx="6411240" cy="253440"/>
            <a:chOff x="785880" y="6582600"/>
            <a:chExt cx="6411240" cy="253440"/>
          </a:xfrm>
        </p:grpSpPr>
        <p:sp>
          <p:nvSpPr>
            <p:cNvPr id="117" name="TextBox 2"/>
            <p:cNvSpPr/>
            <p:nvPr/>
          </p:nvSpPr>
          <p:spPr>
            <a:xfrm>
              <a:off x="1051200" y="6582600"/>
              <a:ext cx="11530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18" name="Oval 1"/>
            <p:cNvSpPr/>
            <p:nvPr/>
          </p:nvSpPr>
          <p:spPr>
            <a:xfrm>
              <a:off x="785880" y="660492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4"/>
            <p:cNvSpPr/>
            <p:nvPr/>
          </p:nvSpPr>
          <p:spPr>
            <a:xfrm>
              <a:off x="2151000" y="6593040"/>
              <a:ext cx="14194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0" name="Oval 2"/>
            <p:cNvSpPr/>
            <p:nvPr/>
          </p:nvSpPr>
          <p:spPr>
            <a:xfrm>
              <a:off x="1900800" y="661860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6"/>
            <p:cNvSpPr/>
            <p:nvPr/>
          </p:nvSpPr>
          <p:spPr>
            <a:xfrm>
              <a:off x="3606120" y="6582600"/>
              <a:ext cx="1847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2" name="Oval 3"/>
            <p:cNvSpPr/>
            <p:nvPr/>
          </p:nvSpPr>
          <p:spPr>
            <a:xfrm>
              <a:off x="3407760" y="661860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8"/>
            <p:cNvSpPr/>
            <p:nvPr/>
          </p:nvSpPr>
          <p:spPr>
            <a:xfrm>
              <a:off x="5721480" y="6586200"/>
              <a:ext cx="14756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4" name="Oval 4"/>
            <p:cNvSpPr/>
            <p:nvPr/>
          </p:nvSpPr>
          <p:spPr>
            <a:xfrm>
              <a:off x="5491080" y="661752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121932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7AE309-8C3C-41DE-8931-DD3287299C16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6"/>
          <p:cNvSpPr/>
          <p:nvPr/>
        </p:nvSpPr>
        <p:spPr>
          <a:xfrm>
            <a:off x="6109560" y="0"/>
            <a:ext cx="6095520" cy="685764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1116360" y="2887920"/>
            <a:ext cx="382716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177240" y="2929320"/>
            <a:ext cx="584928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Section Break Title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197760" y="4849200"/>
            <a:ext cx="5871960" cy="112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0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text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0" y="6759360"/>
            <a:ext cx="12191760" cy="1116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5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68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19776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1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B3EB72-46BF-4B7B-900E-EA4D81F63D7B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6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836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27620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09480" y="191628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193440" y="127620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193440" y="191628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1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2CD771-0C69-4BE0-8341-C334411969E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4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5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2040" y="165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BF1486-A300-4076-A099-4AE9BDBA5AF2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8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98AAA2-D180-4648-A611-586CB1958201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9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1452600"/>
            <a:ext cx="4010760" cy="96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766760" y="1446480"/>
            <a:ext cx="6815160" cy="48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09480" y="2616120"/>
            <a:ext cx="4010760" cy="365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5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210876-2072-4623-9810-B6CA61D1CA9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sz="2800" b="1" u="none">
                <a:solidFill>
                  <a:srgbClr val="FFFFFF"/>
                </a:solidFill>
                <a:latin typeface="Arial"/>
              </a:rPr>
              <a:t>Project Update Data 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2588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41380" y="2152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041380" y="2597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041380" y="3041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041380" y="3486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sz="2800" b="1" u="none">
                <a:solidFill>
                  <a:srgbClr val="FFFFFF"/>
                </a:solidFill>
                <a:latin typeface="Arial"/>
              </a:rPr>
              <a:t>Project Update Data 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810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LibreOffice/25.2.7.2$Linux_X86_64 LibreOffice_project/520$Build-2</Application>
  <AppVersion>15.0000</AppVersion>
  <Words>35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2024-05-08T05:47:52Z</dcterms:created>
  <dc:creator>Juliet Celin Prabha J (IT/Chennai)</dc:creator>
  <dc:description/>
  <dc:language>en-US</dc:language>
  <cp:lastModifiedBy/>
  <dcterms:modified xsi:type="dcterms:W3CDTF">2026-01-27T09:17:26Z</dcterms:modified>
  <cp:revision>6</cp:revision>
  <dc:subject/>
  <dc:title>Digital Transformation Projects – One LOS &amp; One 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TVSC_INT3RNAL</vt:lpwstr>
  </property>
  <property fmtid="{D5CDD505-2E9C-101B-9397-08002B2CF9AE}" pid="3" name="ContentTypeId">
    <vt:lpwstr>0x01010024A726AF866EB949905C263263F22C69</vt:lpwstr>
  </property>
  <property fmtid="{D5CDD505-2E9C-101B-9397-08002B2CF9AE}" pid="4" name="MSIP_Label_6acbd73f-3615-48fc-b186-fc426e09ae88_ActionId">
    <vt:lpwstr>8c073f4a-077f-4f2b-90bf-44bfe4e92ac1</vt:lpwstr>
  </property>
  <property fmtid="{D5CDD505-2E9C-101B-9397-08002B2CF9AE}" pid="5" name="MSIP_Label_6acbd73f-3615-48fc-b186-fc426e09ae88_ContentBits">
    <vt:lpwstr>0</vt:lpwstr>
  </property>
  <property fmtid="{D5CDD505-2E9C-101B-9397-08002B2CF9AE}" pid="6" name="MSIP_Label_6acbd73f-3615-48fc-b186-fc426e09ae88_Enabled">
    <vt:lpwstr>true</vt:lpwstr>
  </property>
  <property fmtid="{D5CDD505-2E9C-101B-9397-08002B2CF9AE}" pid="7" name="MSIP_Label_6acbd73f-3615-48fc-b186-fc426e09ae88_Method">
    <vt:lpwstr>Privileged</vt:lpwstr>
  </property>
  <property fmtid="{D5CDD505-2E9C-101B-9397-08002B2CF9AE}" pid="8" name="MSIP_Label_6acbd73f-3615-48fc-b186-fc426e09ae88_Name">
    <vt:lpwstr>Internal - TVS Credits</vt:lpwstr>
  </property>
  <property fmtid="{D5CDD505-2E9C-101B-9397-08002B2CF9AE}" pid="9" name="MSIP_Label_6acbd73f-3615-48fc-b186-fc426e09ae88_SetDate">
    <vt:lpwstr>2024-05-15T05:25:54Z</vt:lpwstr>
  </property>
  <property fmtid="{D5CDD505-2E9C-101B-9397-08002B2CF9AE}" pid="10" name="MSIP_Label_6acbd73f-3615-48fc-b186-fc426e09ae88_SiteId">
    <vt:lpwstr>125330db-c70b-4f5e-81c6-23e86d3c1f3a</vt:lpwstr>
  </property>
  <property fmtid="{D5CDD505-2E9C-101B-9397-08002B2CF9AE}" pid="11" name="MediaServiceImageTags">
    <vt:lpwstr/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lides">
    <vt:i4>1</vt:i4>
  </property>
  <property fmtid="{D5CDD505-2E9C-101B-9397-08002B2CF9AE}" pid="15" name="TitusGUID">
    <vt:lpwstr>8178eed8-7b47-46ea-8b27-1b3c7b5398e6</vt:lpwstr>
  </property>
</Properties>
</file>