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wmf" ContentType="image/x-wmf"/>
  <Override PartName="/ppt/media/image6.png" ContentType="image/png"/>
  <Override PartName="/ppt/media/image7.jpeg" ContentType="image/jpeg"/>
  <Override PartName="/ppt/media/image8.jpeg" ContentType="image/jpeg"/>
  <Override PartName="/ppt/embeddings/oleObject1.bin" ContentType="application/vnd.openxmlformats-officedocument.oleObjec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OMPL : Key Enhancements - 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Oct‘25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