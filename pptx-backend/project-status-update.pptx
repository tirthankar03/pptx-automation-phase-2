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mf" ContentType="image/x-wmf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embeddings/oleObject1.bin" ContentType="application/vnd.openxmlformats-officedocument.oleObject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theme/theme17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customXml/item1.xml"/><Relationship Id="rId5" Type="http://schemas.openxmlformats.org/officeDocument/2006/relationships/customXml" Target="customXml/item2.xml"/><Relationship Id="rId6" Type="http://schemas.openxmlformats.org/officeDocument/2006/relationships/customXml" Target="customXml/item3.xml"/><Relationship Id="rId7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7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PlaceHolder 1"/>
          <p:cNvSpPr>
            <a:spLocks noGrp="1"/>
          </p:cNvSpPr>
          <p:nvPr>
            <p:ph type="sldImg"/>
          </p:nvPr>
        </p:nvSpPr>
        <p:spPr>
          <a:xfrm>
            <a:off x="0" y="76428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en-US" sz="18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b="0" lang="en-US" sz="1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1" name="PlaceHolder 2"/>
          <p:cNvSpPr>
            <a:spLocks noGrp="1"/>
          </p:cNvSpPr>
          <p:nvPr>
            <p:ph type="body"/>
          </p:nvPr>
        </p:nvSpPr>
        <p:spPr>
          <a:xfrm>
            <a:off x="777240" y="4777560"/>
            <a:ext cx="621756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20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Click to edit the notes format</a:t>
            </a:r>
            <a:endParaRPr b="0" lang="en-US" sz="20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2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&lt;header&gt;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3" name="PlaceHolder 4"/>
          <p:cNvSpPr>
            <a:spLocks noGrp="1"/>
          </p:cNvSpPr>
          <p:nvPr>
            <p:ph type="dt" idx="16"/>
          </p:nvPr>
        </p:nvSpPr>
        <p:spPr>
          <a:xfrm>
            <a:off x="4399200" y="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&lt;date/time&gt;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4" name="PlaceHolder 5"/>
          <p:cNvSpPr>
            <a:spLocks noGrp="1"/>
          </p:cNvSpPr>
          <p:nvPr>
            <p:ph type="ftr" idx="17"/>
          </p:nvPr>
        </p:nvSpPr>
        <p:spPr>
          <a:xfrm>
            <a:off x="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>
              <a:buNone/>
            </a:pPr>
            <a:r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&lt;footer&gt;</a:t>
            </a:r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5" name="PlaceHolder 6"/>
          <p:cNvSpPr>
            <a:spLocks noGrp="1"/>
          </p:cNvSpPr>
          <p:nvPr>
            <p:ph type="sldNum" idx="18"/>
          </p:nvPr>
        </p:nvSpPr>
        <p:spPr>
          <a:xfrm>
            <a:off x="4399200" y="9555480"/>
            <a:ext cx="3372840" cy="502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defRPr>
            </a:lvl1pPr>
          </a:lstStyle>
          <a:p>
            <a:pPr indent="0" algn="r">
              <a:buNone/>
            </a:pPr>
            <a:fld id="{11943263-D929-4597-B2A4-19F781D13507}" type="slidenum">
              <a:rPr b="0" lang="en-US" sz="1400" strike="noStrike" u="none">
                <a:solidFill>
                  <a:srgbClr val="000000"/>
                </a:solidFill>
                <a:effectLst/>
                <a:uFillTx/>
                <a:latin typeface="FreeSerif"/>
              </a:rPr>
              <a:t>&lt;number&gt;</a:t>
            </a:fld>
            <a:endParaRPr b="0" lang="en-US" sz="14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6040" cy="3085920"/>
          </a:xfrm>
          <a:prstGeom prst="rect">
            <a:avLst/>
          </a:prstGeom>
          <a:ln w="0">
            <a:noFill/>
          </a:ln>
        </p:spPr>
      </p:sp>
      <p:sp>
        <p:nvSpPr>
          <p:cNvPr id="21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>
              <a:buNone/>
            </a:pPr>
            <a:endParaRPr b="0" lang="en-US" sz="18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19" name="PlaceHolder 3"/>
          <p:cNvSpPr>
            <a:spLocks noGrp="1"/>
          </p:cNvSpPr>
          <p:nvPr>
            <p:ph type="sldNum" idx="19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lstStyle>
            <a:lvl1pPr indent="0" algn="r" defTabSz="914400">
              <a:lnSpc>
                <a:spcPct val="100000"/>
              </a:lnSpc>
              <a:buNone/>
              <a:tabLst>
                <a:tab algn="l" pos="0"/>
              </a:tabLst>
              <a:def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  <a:tabLst>
                <a:tab algn="l" pos="0"/>
              </a:tabLst>
            </a:pPr>
            <a:fld id="{496DDFCE-392F-4365-ACE8-159D75A1C3C8}" type="slidenum">
              <a:rPr b="0" lang="en-US" sz="1200" strike="noStrike" u="none">
                <a:solidFill>
                  <a:srgbClr val="000000"/>
                </a:solidFill>
                <a:effectLst/>
                <a:uFillTx/>
                <a:latin typeface="Calibri"/>
                <a:ea typeface="+mn-ea"/>
              </a:rPr>
              <a:t>&lt;number&gt;</a:t>
            </a:fld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6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oleObject" Target="../embeddings/oleObject1.bin"/><Relationship Id="rId5" Type="http://schemas.openxmlformats.org/officeDocument/2006/relationships/image" Target="../media/image5.wmf"/><Relationship Id="rId6" Type="http://schemas.openxmlformats.org/officeDocument/2006/relationships/image" Target="../media/image2.png"/><Relationship Id="rId7" Type="http://schemas.openxmlformats.org/officeDocument/2006/relationships/image" Target="../media/image7.jpeg"/><Relationship Id="rId8" Type="http://schemas.openxmlformats.org/officeDocument/2006/relationships/image" Target="../media/image8.jpe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6" name="Rectangle 6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203040" y="3022560"/>
            <a:ext cx="10362960" cy="912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ck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to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ed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it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Ma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er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titl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e 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st</a:t>
            </a: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yle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ldNum" idx="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17557946-D3CC-4BB3-9DED-D877CBDA92B9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" name="Rectangle 7"/>
          <p:cNvSpPr/>
          <p:nvPr/>
        </p:nvSpPr>
        <p:spPr>
          <a:xfrm>
            <a:off x="0" y="4965120"/>
            <a:ext cx="12191760" cy="80676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431280" y="452520"/>
            <a:ext cx="2687760" cy="51372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1" name="Picture 9" descr=""/>
          <p:cNvPicPr/>
          <p:nvPr/>
        </p:nvPicPr>
        <p:blipFill>
          <a:blip r:embed="rId5"/>
          <a:stretch/>
        </p:blipFill>
        <p:spPr>
          <a:xfrm>
            <a:off x="10436760" y="243720"/>
            <a:ext cx="1495080" cy="15256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" name="Rectangle 10"/>
          <p:cNvSpPr/>
          <p:nvPr/>
        </p:nvSpPr>
        <p:spPr>
          <a:xfrm>
            <a:off x="0" y="5703840"/>
            <a:ext cx="12191760" cy="6840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23760" bIns="2376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5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2389680" y="4800600"/>
            <a:ext cx="7314840" cy="5662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2389680" y="1247400"/>
            <a:ext cx="7314840" cy="34002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42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body"/>
          </p:nvPr>
        </p:nvSpPr>
        <p:spPr>
          <a:xfrm>
            <a:off x="2389680" y="5367240"/>
            <a:ext cx="7314840" cy="8046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74"/>
              </a:spcBef>
              <a:buNone/>
              <a:tabLst>
                <a:tab algn="l" pos="0"/>
              </a:tabLst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sldNum" idx="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A497940D-573E-4FE6-804D-D27B3D72521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24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84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507960" y="139716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sldNum" idx="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A1C40A0-3043-459B-BF37-9BFE7FD6633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8839080" y="1378080"/>
            <a:ext cx="274284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 vert="eaVer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609480" y="1378080"/>
            <a:ext cx="8026200" cy="4387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 vert="eaVer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sldNum" idx="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5CEB4972-07FA-4475-BA48-81E68A29EDB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4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4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4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4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4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5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51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52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cxnSp>
        <p:nvCxnSpPr>
          <p:cNvPr id="53" name="Straight Connector 14"/>
          <p:cNvCxnSpPr/>
          <p:nvPr/>
        </p:nvCxnSpPr>
        <p:spPr>
          <a:xfrm>
            <a:off x="203040" y="645696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4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en-US" sz="24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56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57" name="Text Box 10"/>
          <p:cNvSpPr/>
          <p:nvPr/>
        </p:nvSpPr>
        <p:spPr>
          <a:xfrm>
            <a:off x="5308560" y="652104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sldNum" idx="5"/>
          </p:nvPr>
        </p:nvSpPr>
        <p:spPr>
          <a:xfrm>
            <a:off x="11430000" y="6440040"/>
            <a:ext cx="553680" cy="3178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72D4FD9-9236-4BDB-BAB5-61204852F31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18043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0" name="bk object 19"/>
          <p:cNvSpPr/>
          <p:nvPr/>
        </p:nvSpPr>
        <p:spPr>
          <a:xfrm>
            <a:off x="10010880" y="650916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Green one third">
    <p:bg>
      <p:bgPr>
        <a:gradFill rotWithShape="0">
          <a:gsLst>
            <a:gs pos="20000">
              <a:srgbClr val="4f81bd"/>
            </a:gs>
            <a:gs pos="100000">
              <a:srgbClr val="c0504d"/>
            </a:gs>
          </a:gsLst>
          <a:lin ang="18900000"/>
        </a:gra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Rectangle 6" hidden="1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6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6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6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65" name="Rectangle 1" hidden="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66" name="fl" hidden="1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67" name="Object 2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68" name="Object 2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pic>
        <p:nvPicPr>
          <p:cNvPr id="69" name="Picture 9" descr=""/>
          <p:cNvPicPr/>
          <p:nvPr/>
        </p:nvPicPr>
        <p:blipFill>
          <a:blip r:embed="rId6"/>
          <a:srcRect l="29384" t="8739" r="117" b="28"/>
          <a:stretch/>
        </p:blipFill>
        <p:spPr>
          <a:xfrm flipH="1">
            <a:off x="3671640" y="0"/>
            <a:ext cx="416520" cy="685764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0" name="PlaceHolder 1"/>
          <p:cNvSpPr>
            <a:spLocks noGrp="1"/>
          </p:cNvSpPr>
          <p:nvPr>
            <p:ph type="title"/>
          </p:nvPr>
        </p:nvSpPr>
        <p:spPr>
          <a:xfrm>
            <a:off x="630000" y="2681280"/>
            <a:ext cx="3127680" cy="14954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459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add title</a:t>
            </a:r>
            <a:endParaRPr b="0" lang="en-US" sz="3459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1" name="Rectangle 12"/>
          <p:cNvSpPr/>
          <p:nvPr/>
        </p:nvSpPr>
        <p:spPr>
          <a:xfrm>
            <a:off x="4080600" y="-1440"/>
            <a:ext cx="8110800" cy="685908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t">
            <a:noAutofit/>
          </a:bodyPr>
          <a:p>
            <a:pPr defTabSz="914400">
              <a:lnSpc>
                <a:spcPct val="100000"/>
              </a:lnSpc>
            </a:pPr>
            <a:endParaRPr b="0" lang="en-US" sz="12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 type="sldNum" idx="6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F048F79-CCFE-4492-855C-9B56F156A3E4}" type="slidenum">
              <a:rPr b="0" lang="en-SG" sz="1470" strike="noStrike" u="none">
                <a:solidFill>
                  <a:schemeClr val="accen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2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74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75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76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77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78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79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80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81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203040" y="73080"/>
            <a:ext cx="11359800" cy="7902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en-US" sz="3200" strike="noStrike" u="none">
                <a:solidFill>
                  <a:srgbClr val="009933"/>
                </a:solidFill>
                <a:effectLst/>
                <a:uFillTx/>
                <a:latin typeface="Calibri"/>
              </a:rPr>
              <a:t>Click to add title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cxnSp>
        <p:nvCxnSpPr>
          <p:cNvPr id="83" name="Straight Connector 13"/>
          <p:cNvCxnSpPr/>
          <p:nvPr/>
        </p:nvCxnSpPr>
        <p:spPr>
          <a:xfrm>
            <a:off x="203040" y="94932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cxnSp>
        <p:nvCxnSpPr>
          <p:cNvPr id="84" name="Straight Connector 14"/>
          <p:cNvCxnSpPr/>
          <p:nvPr/>
        </p:nvCxnSpPr>
        <p:spPr>
          <a:xfrm>
            <a:off x="203040" y="6364080"/>
            <a:ext cx="11781000" cy="1800"/>
          </a:xfrm>
          <a:prstGeom prst="straightConnector1">
            <a:avLst/>
          </a:prstGeom>
          <a:ln w="38100">
            <a:solidFill>
              <a:srgbClr val="009933"/>
            </a:solidFill>
            <a:round/>
          </a:ln>
        </p:spPr>
      </p:cxnSp>
      <p:sp>
        <p:nvSpPr>
          <p:cNvPr id="85" name="Text Box 10"/>
          <p:cNvSpPr/>
          <p:nvPr/>
        </p:nvSpPr>
        <p:spPr>
          <a:xfrm>
            <a:off x="5308560" y="6428160"/>
            <a:ext cx="1574280" cy="184320"/>
          </a:xfrm>
          <a:prstGeom prst="rect">
            <a:avLst/>
          </a:prstGeom>
          <a:solidFill>
            <a:srgbClr val="009933"/>
          </a:solidFill>
          <a:ln w="4763">
            <a:solidFill>
              <a:srgbClr val="009933"/>
            </a:solidFill>
            <a:round/>
          </a:ln>
        </p:spPr>
        <p:style>
          <a:lnRef idx="0"/>
          <a:fillRef idx="0"/>
          <a:effectRef idx="0"/>
          <a:fontRef idx="minor"/>
        </p:style>
        <p:txBody>
          <a:bodyPr lIns="60840" rIns="60840" tIns="30600" bIns="30600" anchor="t">
            <a:spAutoFit/>
          </a:bodyPr>
          <a:p>
            <a:pPr defTabSz="914400">
              <a:lnSpc>
                <a:spcPct val="100000"/>
              </a:lnSpc>
              <a:tabLst>
                <a:tab algn="l" pos="0"/>
              </a:tabLst>
            </a:pPr>
            <a:r>
              <a:rPr b="0" lang="en-US" sz="800" strike="noStrike" u="none">
                <a:solidFill>
                  <a:srgbClr val="ffffff"/>
                </a:solidFill>
                <a:effectLst/>
                <a:uFillTx/>
                <a:latin typeface="Calibri"/>
              </a:rPr>
              <a:t>Confidential – Not for circulation</a:t>
            </a:r>
            <a:endParaRPr b="0" lang="en-US" sz="800" strike="noStrike" u="none">
              <a:solidFill>
                <a:srgbClr val="ffffff"/>
              </a:solidFill>
              <a:effectLst/>
              <a:uFillTx/>
              <a:latin typeface="FreeSerif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sldNum" idx="7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D70C20-62E0-4CCD-9779-B9D876E88747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09480" y="1152360"/>
            <a:ext cx="10953360" cy="5022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Edit Master text styles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buClr>
                <a:srgbClr val="37373a"/>
              </a:buClr>
              <a:buFont typeface="Arial"/>
              <a:buChar char="•"/>
              <a:tabLst>
                <a:tab algn="l" pos="0"/>
              </a:tabLst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–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buClr>
                <a:srgbClr val="000000"/>
              </a:buClr>
              <a:buFont typeface="Arial"/>
              <a:buChar char="»"/>
              <a:tabLst>
                <a:tab algn="l" pos="0"/>
              </a:tabLst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3_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8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9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9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9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9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aphicFrame>
        <p:nvGraphicFramePr>
          <p:cNvPr id="94" name="Object 3"/>
          <p:cNvGraphicFramePr/>
          <p:nvPr/>
        </p:nvGraphicFramePr>
        <p:xfrm>
          <a:off x="2160" y="2160"/>
          <a:ext cx="1800" cy="1800"/>
        </p:xfrm>
        <a:graphic>
          <a:graphicData uri="http://schemas.openxmlformats.org/presentationml/2006/ole">
            <p:oleObj progId="TCLayout.ActiveDocument.1" r:id="rId4" spid="">
              <p:embed/>
              <p:pic>
                <p:nvPicPr>
                  <p:cNvPr id="95" name="Object 3" descr=""/>
                  <p:cNvPicPr/>
                  <p:nvPr/>
                </p:nvPicPr>
                <p:blipFill>
                  <a:blip r:embed="rId5"/>
                  <a:stretch/>
                </p:blipFill>
                <p:spPr>
                  <a:xfrm>
                    <a:off x="2160" y="2160"/>
                    <a:ext cx="1800" cy="1800"/>
                  </a:xfrm>
                  <a:prstGeom prst="rect">
                    <a:avLst/>
                  </a:prstGeom>
                  <a:noFill/>
                  <a:ln w="0">
                    <a:noFill/>
                  </a:ln>
                </p:spPr>
              </p:pic>
            </p:oleObj>
          </a:graphicData>
        </a:graphic>
      </p:graphicFrame>
      <p:sp>
        <p:nvSpPr>
          <p:cNvPr id="96" name="Rectangle 17" hidden="1"/>
          <p:cNvSpPr/>
          <p:nvPr/>
        </p:nvSpPr>
        <p:spPr>
          <a:xfrm>
            <a:off x="0" y="0"/>
            <a:ext cx="211320" cy="211320"/>
          </a:xfrm>
          <a:prstGeom prst="rect">
            <a:avLst/>
          </a:prstGeom>
          <a:solidFill>
            <a:srgbClr val="29ba74"/>
          </a:solidFill>
          <a:ln cap="rnd" w="9525">
            <a:solidFill>
              <a:srgbClr val="29ba74"/>
            </a:solidFill>
            <a:round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numCol="1" spcCol="0" wrap="none" horzOverflow="overflow" lIns="0" rIns="0" tIns="0" bIns="0" anchor="ctr">
            <a:noAutofit/>
          </a:bodyPr>
          <a:p>
            <a:pPr algn="ctr" defTabSz="914400">
              <a:lnSpc>
                <a:spcPct val="100000"/>
              </a:lnSpc>
              <a:tabLst>
                <a:tab algn="l" pos="0"/>
              </a:tabLst>
            </a:pPr>
            <a:endParaRPr b="0" lang="en-US" sz="3459" strike="noStrike" u="none">
              <a:solidFill>
                <a:srgbClr val="ffffff"/>
              </a:solidFill>
              <a:effectLst/>
              <a:uFillTx/>
              <a:latin typeface="Arial"/>
            </a:endParaRPr>
          </a:p>
        </p:txBody>
      </p:sp>
      <p:sp>
        <p:nvSpPr>
          <p:cNvPr id="97" name="PlaceHolder 1"/>
          <p:cNvSpPr>
            <a:spLocks noGrp="1"/>
          </p:cNvSpPr>
          <p:nvPr>
            <p:ph type="sldNum" idx="8"/>
          </p:nvPr>
        </p:nvSpPr>
        <p:spPr>
          <a:xfrm>
            <a:off x="11430000" y="6416640"/>
            <a:ext cx="553680" cy="364680"/>
          </a:xfrm>
          <a:prstGeom prst="rect">
            <a:avLst/>
          </a:prstGeom>
          <a:noFill/>
          <a:ln w="0">
            <a:noFill/>
          </a:ln>
        </p:spPr>
        <p:txBody>
          <a:bodyPr numCol="1" spcCol="0" lIns="91440" rIns="91440" tIns="4572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3CD5D6-080D-4780-B6FA-C7426FB21C43}" type="slidenum">
              <a:rPr b="0" lang="en-SG" sz="14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98" name="bk object 19"/>
          <p:cNvSpPr/>
          <p:nvPr/>
        </p:nvSpPr>
        <p:spPr>
          <a:xfrm>
            <a:off x="9816840" y="6467400"/>
            <a:ext cx="1419840" cy="272520"/>
          </a:xfrm>
          <a:prstGeom prst="rect">
            <a:avLst/>
          </a:prstGeom>
          <a:blipFill rotWithShape="0">
            <a:blip r:embed="rId6"/>
            <a:srcRect/>
            <a:stretch/>
          </a:blip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defTabSz="914400">
              <a:lnSpc>
                <a:spcPct val="100000"/>
              </a:lnSpc>
            </a:pPr>
            <a:endParaRPr b="0" lang="en-US" sz="20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pic>
        <p:nvPicPr>
          <p:cNvPr id="99" name="Picture 1" descr=""/>
          <p:cNvPicPr/>
          <p:nvPr/>
        </p:nvPicPr>
        <p:blipFill>
          <a:blip r:embed="rId7"/>
          <a:stretch/>
        </p:blipFill>
        <p:spPr>
          <a:xfrm>
            <a:off x="0" y="0"/>
            <a:ext cx="12191760" cy="6248160"/>
          </a:xfrm>
          <a:prstGeom prst="rect">
            <a:avLst/>
          </a:prstGeom>
          <a:noFill/>
          <a:ln w="0">
            <a:noFill/>
          </a:ln>
        </p:spPr>
      </p:pic>
      <p:pic>
        <p:nvPicPr>
          <p:cNvPr id="100" name="Picture 2" descr=""/>
          <p:cNvPicPr/>
          <p:nvPr/>
        </p:nvPicPr>
        <p:blipFill>
          <a:blip r:embed="rId8"/>
          <a:stretch/>
        </p:blipFill>
        <p:spPr>
          <a:xfrm>
            <a:off x="11282760" y="117720"/>
            <a:ext cx="700920" cy="53316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1" name="Rectangle 5"/>
          <p:cNvSpPr/>
          <p:nvPr/>
        </p:nvSpPr>
        <p:spPr>
          <a:xfrm>
            <a:off x="0" y="6812280"/>
            <a:ext cx="9237600" cy="45360"/>
          </a:xfrm>
          <a:prstGeom prst="rect">
            <a:avLst/>
          </a:prstGeom>
          <a:solidFill>
            <a:srgbClr val="164b8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2" name="Rectangle 6"/>
          <p:cNvSpPr/>
          <p:nvPr/>
        </p:nvSpPr>
        <p:spPr>
          <a:xfrm>
            <a:off x="2928240" y="6812280"/>
            <a:ext cx="9237600" cy="45360"/>
          </a:xfrm>
          <a:prstGeom prst="rect">
            <a:avLst/>
          </a:prstGeom>
          <a:solidFill>
            <a:srgbClr val="13874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720" bIns="72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03" name="Rectangle 7"/>
          <p:cNvSpPr/>
          <p:nvPr/>
        </p:nvSpPr>
        <p:spPr>
          <a:xfrm>
            <a:off x="0" y="6467400"/>
            <a:ext cx="1565640" cy="31392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US" sz="18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cxnSp>
        <p:nvCxnSpPr>
          <p:cNvPr id="104" name="Straight Connector 9"/>
          <p:cNvCxnSpPr/>
          <p:nvPr/>
        </p:nvCxnSpPr>
        <p:spPr>
          <a:xfrm>
            <a:off x="13680" y="831240"/>
            <a:ext cx="12165120" cy="360"/>
          </a:xfrm>
          <a:prstGeom prst="straightConnector1">
            <a:avLst/>
          </a:prstGeom>
          <a:ln>
            <a:solidFill>
              <a:srgbClr val="ffffff">
                <a:lumMod val="75000"/>
              </a:srgbClr>
            </a:solidFill>
            <a:round/>
          </a:ln>
        </p:spPr>
      </p:cxn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0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0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0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0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 type="body"/>
          </p:nvPr>
        </p:nvSpPr>
        <p:spPr>
          <a:xfrm>
            <a:off x="203040" y="1295280"/>
            <a:ext cx="10972440" cy="45255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 type="sldNum" idx="9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BB5AD03-F2F1-4124-A60A-F71B8BF50CD0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1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15" name="TextBox 1"/>
          <p:cNvSpPr/>
          <p:nvPr/>
        </p:nvSpPr>
        <p:spPr>
          <a:xfrm>
            <a:off x="6898320" y="6562080"/>
            <a:ext cx="4392720" cy="2732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116" name="Group 1"/>
          <p:cNvGrpSpPr/>
          <p:nvPr/>
        </p:nvGrpSpPr>
        <p:grpSpPr>
          <a:xfrm>
            <a:off x="785880" y="6582600"/>
            <a:ext cx="6411240" cy="253440"/>
            <a:chOff x="785880" y="6582600"/>
            <a:chExt cx="6411240" cy="253440"/>
          </a:xfrm>
        </p:grpSpPr>
        <p:sp>
          <p:nvSpPr>
            <p:cNvPr id="117" name="TextBox 2"/>
            <p:cNvSpPr/>
            <p:nvPr/>
          </p:nvSpPr>
          <p:spPr>
            <a:xfrm>
              <a:off x="1051200" y="6582600"/>
              <a:ext cx="11530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18" name="Oval 1"/>
            <p:cNvSpPr/>
            <p:nvPr/>
          </p:nvSpPr>
          <p:spPr>
            <a:xfrm>
              <a:off x="785880" y="660492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19" name="TextBox 4"/>
            <p:cNvSpPr/>
            <p:nvPr/>
          </p:nvSpPr>
          <p:spPr>
            <a:xfrm>
              <a:off x="2151000" y="6593040"/>
              <a:ext cx="141948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0" name="Oval 2"/>
            <p:cNvSpPr/>
            <p:nvPr/>
          </p:nvSpPr>
          <p:spPr>
            <a:xfrm>
              <a:off x="1900800" y="661860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1" name="TextBox 6"/>
            <p:cNvSpPr/>
            <p:nvPr/>
          </p:nvSpPr>
          <p:spPr>
            <a:xfrm>
              <a:off x="3606120" y="6582600"/>
              <a:ext cx="184716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2" name="Oval 3"/>
            <p:cNvSpPr/>
            <p:nvPr/>
          </p:nvSpPr>
          <p:spPr>
            <a:xfrm>
              <a:off x="3407760" y="661860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23" name="TextBox 8"/>
            <p:cNvSpPr/>
            <p:nvPr/>
          </p:nvSpPr>
          <p:spPr>
            <a:xfrm>
              <a:off x="5721480" y="6586200"/>
              <a:ext cx="1475640" cy="2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124" name="Oval 4"/>
            <p:cNvSpPr/>
            <p:nvPr/>
          </p:nvSpPr>
          <p:spPr>
            <a:xfrm>
              <a:off x="5491080" y="661752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2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2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2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2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3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963000" y="4406760"/>
            <a:ext cx="1036296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660" strike="noStrike" u="non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body"/>
          </p:nvPr>
        </p:nvSpPr>
        <p:spPr>
          <a:xfrm>
            <a:off x="963000" y="2906640"/>
            <a:ext cx="10362960" cy="14997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rmAutofit/>
          </a:bodyPr>
          <a:p>
            <a:pPr indent="0" defTabSz="1219320">
              <a:lnSpc>
                <a:spcPct val="100000"/>
              </a:lnSpc>
              <a:spcBef>
                <a:spcPts val="1066"/>
              </a:spcBef>
              <a:buNone/>
              <a:tabLst>
                <a:tab algn="l" pos="0"/>
              </a:tabLst>
            </a:pPr>
            <a:r>
              <a:rPr b="1" lang="en-US" sz="5330" strike="noStrike" u="none">
                <a:solidFill>
                  <a:srgbClr val="114a84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53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3" name="PlaceHolder 3"/>
          <p:cNvSpPr>
            <a:spLocks noGrp="1"/>
          </p:cNvSpPr>
          <p:nvPr>
            <p:ph type="sldNum" idx="10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777AE309-8C3C-41DE-8931-DD3287299C16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34" name="Rectangle 4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1_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36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37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38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39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0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41" name="Rectangle 4"/>
          <p:cNvSpPr/>
          <p:nvPr/>
        </p:nvSpPr>
        <p:spPr>
          <a:xfrm>
            <a:off x="0" y="0"/>
            <a:ext cx="12191760" cy="685764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2" name="Rectangle 6"/>
          <p:cNvSpPr/>
          <p:nvPr/>
        </p:nvSpPr>
        <p:spPr>
          <a:xfrm>
            <a:off x="6109560" y="0"/>
            <a:ext cx="6095520" cy="6857640"/>
          </a:xfrm>
          <a:prstGeom prst="rect">
            <a:avLst/>
          </a:prstGeom>
          <a:solidFill>
            <a:srgbClr val="114a8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3" name="Picture 2" descr="E:\TVS\TVS Credit New Identity\Corporate PPT\For PPT\TVS Credit Logo-01.png"/>
          <p:cNvPicPr/>
          <p:nvPr/>
        </p:nvPicPr>
        <p:blipFill>
          <a:blip r:embed="rId4"/>
          <a:stretch/>
        </p:blipFill>
        <p:spPr>
          <a:xfrm>
            <a:off x="1116360" y="2887920"/>
            <a:ext cx="3827160" cy="73152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6177240" y="2929320"/>
            <a:ext cx="5849280" cy="136188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427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Section Break Title</a:t>
            </a:r>
            <a:endParaRPr b="0" lang="en-US" sz="42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 type="body"/>
          </p:nvPr>
        </p:nvSpPr>
        <p:spPr>
          <a:xfrm>
            <a:off x="6197760" y="4849200"/>
            <a:ext cx="5871960" cy="11268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0" lang="en-US" sz="266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text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46" name="Rectangle 8"/>
          <p:cNvSpPr/>
          <p:nvPr/>
        </p:nvSpPr>
        <p:spPr>
          <a:xfrm>
            <a:off x="0" y="6759360"/>
            <a:ext cx="12191760" cy="1116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47" name="Rectangle 10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49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50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51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52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53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94680" y="1512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5" name="PlaceHolder 2"/>
          <p:cNvSpPr>
            <a:spLocks noGrp="1"/>
          </p:cNvSpPr>
          <p:nvPr>
            <p:ph type="body"/>
          </p:nvPr>
        </p:nvSpPr>
        <p:spPr>
          <a:xfrm>
            <a:off x="60948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6" name="PlaceHolder 3"/>
          <p:cNvSpPr>
            <a:spLocks noGrp="1"/>
          </p:cNvSpPr>
          <p:nvPr>
            <p:ph type="body"/>
          </p:nvPr>
        </p:nvSpPr>
        <p:spPr>
          <a:xfrm>
            <a:off x="6197760" y="1200240"/>
            <a:ext cx="5384520" cy="44636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57" name="PlaceHolder 4"/>
          <p:cNvSpPr>
            <a:spLocks noGrp="1"/>
          </p:cNvSpPr>
          <p:nvPr>
            <p:ph type="sldNum" idx="11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25B3EB72-46BF-4B7B-900E-EA4D81F63D7B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58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6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6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6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6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6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65" name="PlaceHolder 1"/>
          <p:cNvSpPr>
            <a:spLocks noGrp="1"/>
          </p:cNvSpPr>
          <p:nvPr>
            <p:ph type="title"/>
          </p:nvPr>
        </p:nvSpPr>
        <p:spPr>
          <a:xfrm>
            <a:off x="108360" y="219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6" name="PlaceHolder 2"/>
          <p:cNvSpPr>
            <a:spLocks noGrp="1"/>
          </p:cNvSpPr>
          <p:nvPr>
            <p:ph type="body"/>
          </p:nvPr>
        </p:nvSpPr>
        <p:spPr>
          <a:xfrm>
            <a:off x="609480" y="1276200"/>
            <a:ext cx="538668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7" name="PlaceHolder 3"/>
          <p:cNvSpPr>
            <a:spLocks noGrp="1"/>
          </p:cNvSpPr>
          <p:nvPr>
            <p:ph type="body"/>
          </p:nvPr>
        </p:nvSpPr>
        <p:spPr>
          <a:xfrm>
            <a:off x="609480" y="1916280"/>
            <a:ext cx="538668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8" name="PlaceHolder 4"/>
          <p:cNvSpPr>
            <a:spLocks noGrp="1"/>
          </p:cNvSpPr>
          <p:nvPr>
            <p:ph type="body"/>
          </p:nvPr>
        </p:nvSpPr>
        <p:spPr>
          <a:xfrm>
            <a:off x="6193440" y="1276200"/>
            <a:ext cx="5388840" cy="6393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spcBef>
                <a:spcPts val="533"/>
              </a:spcBef>
              <a:buNone/>
              <a:tabLst>
                <a:tab algn="l" pos="0"/>
              </a:tabLst>
            </a:pPr>
            <a:r>
              <a:rPr b="1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69" name="PlaceHolder 5"/>
          <p:cNvSpPr>
            <a:spLocks noGrp="1"/>
          </p:cNvSpPr>
          <p:nvPr>
            <p:ph type="body"/>
          </p:nvPr>
        </p:nvSpPr>
        <p:spPr>
          <a:xfrm>
            <a:off x="6193440" y="1916280"/>
            <a:ext cx="5388840" cy="395100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374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187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187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0" name="PlaceHolder 6"/>
          <p:cNvSpPr>
            <a:spLocks noGrp="1"/>
          </p:cNvSpPr>
          <p:nvPr>
            <p:ph type="sldNum" idx="12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02CD771-0C69-4BE0-8341-C334411969EE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1" name="Rectangle 7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73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74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75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76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77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122040" y="16560"/>
            <a:ext cx="1097244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3200" strike="noStrike" u="none">
                <a:solidFill>
                  <a:schemeClr val="lt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9" name="PlaceHolder 2"/>
          <p:cNvSpPr>
            <a:spLocks noGrp="1"/>
          </p:cNvSpPr>
          <p:nvPr>
            <p:ph type="sldNum" idx="13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08BF1486-A300-4076-A099-4AE9BDBA5AF2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0" name="Rectangle 3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82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83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84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85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86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7" name="PlaceHolder 1"/>
          <p:cNvSpPr>
            <a:spLocks noGrp="1"/>
          </p:cNvSpPr>
          <p:nvPr>
            <p:ph type="sldNum" idx="14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6798AAA2-D180-4648-A611-586CB1958201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88" name="Rectangle 2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Rectangle 6"/>
          <p:cNvSpPr/>
          <p:nvPr/>
        </p:nvSpPr>
        <p:spPr>
          <a:xfrm>
            <a:off x="0" y="-13680"/>
            <a:ext cx="12205080" cy="932400"/>
          </a:xfrm>
          <a:prstGeom prst="rect">
            <a:avLst/>
          </a:prstGeom>
          <a:solidFill>
            <a:srgbClr val="1289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pic>
        <p:nvPicPr>
          <p:cNvPr id="190" name="Picture 7" descr=""/>
          <p:cNvPicPr/>
          <p:nvPr/>
        </p:nvPicPr>
        <p:blipFill>
          <a:blip r:embed="rId2"/>
          <a:stretch/>
        </p:blipFill>
        <p:spPr>
          <a:xfrm>
            <a:off x="11663640" y="0"/>
            <a:ext cx="528120" cy="524880"/>
          </a:xfrm>
          <a:prstGeom prst="rect">
            <a:avLst/>
          </a:prstGeom>
          <a:noFill/>
          <a:ln w="0">
            <a:noFill/>
          </a:ln>
        </p:spPr>
      </p:pic>
      <p:cxnSp>
        <p:nvCxnSpPr>
          <p:cNvPr id="191" name="Straight Connector 9"/>
          <p:cNvCxnSpPr/>
          <p:nvPr/>
        </p:nvCxnSpPr>
        <p:spPr>
          <a:xfrm>
            <a:off x="401040" y="6597000"/>
            <a:ext cx="9793440" cy="44280"/>
          </a:xfrm>
          <a:prstGeom prst="straightConnector1">
            <a:avLst/>
          </a:prstGeom>
          <a:ln w="12700">
            <a:solidFill>
              <a:srgbClr val="ffffff">
                <a:lumMod val="75000"/>
              </a:srgbClr>
            </a:solidFill>
            <a:round/>
          </a:ln>
        </p:spPr>
      </p:cxnSp>
      <p:pic>
        <p:nvPicPr>
          <p:cNvPr id="192" name="Picture 2" descr="E:\TVS\TVS Credit New Identity\Corporate PPT\For PPT\TVS Credit Logo-01.png"/>
          <p:cNvPicPr/>
          <p:nvPr/>
        </p:nvPicPr>
        <p:blipFill>
          <a:blip r:embed="rId3"/>
          <a:stretch/>
        </p:blipFill>
        <p:spPr>
          <a:xfrm>
            <a:off x="10373760" y="6369480"/>
            <a:ext cx="1420200" cy="271080"/>
          </a:xfrm>
          <a:prstGeom prst="rect">
            <a:avLst/>
          </a:prstGeom>
          <a:noFill/>
          <a:ln w="0">
            <a:noFill/>
          </a:ln>
        </p:spPr>
      </p:pic>
      <p:sp>
        <p:nvSpPr>
          <p:cNvPr id="193" name="Rectangle 1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  <p:sp>
        <p:nvSpPr>
          <p:cNvPr id="194" name="fl" descr="Classification: Internal"/>
          <p:cNvSpPr/>
          <p:nvPr/>
        </p:nvSpPr>
        <p:spPr>
          <a:xfrm>
            <a:off x="0" y="6537960"/>
            <a:ext cx="12191760" cy="222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0" lang="en-US" sz="850" strike="noStrike" u="none">
                <a:solidFill>
                  <a:srgbClr val="000000"/>
                </a:solidFill>
                <a:effectLst/>
                <a:uFillTx/>
                <a:latin typeface="Microsoft Sans Serif"/>
              </a:rPr>
              <a:t>Classification: </a:t>
            </a:r>
            <a:r>
              <a:rPr b="1" lang="en-US" sz="850" strike="noStrike" u="none">
                <a:solidFill>
                  <a:srgbClr val="4285f4"/>
                </a:solidFill>
                <a:effectLst/>
                <a:uFillTx/>
                <a:latin typeface="Microsoft Sans Serif"/>
              </a:rPr>
              <a:t>Internal</a:t>
            </a:r>
            <a:endParaRPr b="0" lang="en-US" sz="85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5" name="PlaceHolder 1"/>
          <p:cNvSpPr>
            <a:spLocks noGrp="1"/>
          </p:cNvSpPr>
          <p:nvPr>
            <p:ph type="title"/>
          </p:nvPr>
        </p:nvSpPr>
        <p:spPr>
          <a:xfrm>
            <a:off x="609480" y="1452600"/>
            <a:ext cx="4010760" cy="96012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b">
            <a:noAutofit/>
          </a:bodyPr>
          <a:p>
            <a:pPr indent="0" defTabSz="1219320">
              <a:lnSpc>
                <a:spcPct val="100000"/>
              </a:lnSpc>
              <a:buNone/>
            </a:pPr>
            <a:r>
              <a:rPr b="1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6" name="PlaceHolder 2"/>
          <p:cNvSpPr>
            <a:spLocks noGrp="1"/>
          </p:cNvSpPr>
          <p:nvPr>
            <p:ph type="body"/>
          </p:nvPr>
        </p:nvSpPr>
        <p:spPr>
          <a:xfrm>
            <a:off x="4766760" y="1446480"/>
            <a:ext cx="6815160" cy="483696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rmAutofit/>
          </a:bodyPr>
          <a:p>
            <a:pPr marL="457200" indent="-457200" defTabSz="12193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32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32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1" marL="990720" indent="-380880" defTabSz="1219320">
              <a:lnSpc>
                <a:spcPct val="100000"/>
              </a:lnSpc>
              <a:spcBef>
                <a:spcPts val="533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66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b="0" lang="en-US" sz="266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2" marL="1523880" indent="-304920" defTabSz="121932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b="0" lang="en-US" sz="24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b="0" lang="en-US" sz="24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3" marL="213336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–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lvl="4" marL="2743200" indent="-304920" defTabSz="1219320">
              <a:lnSpc>
                <a:spcPct val="100000"/>
              </a:lnSpc>
              <a:spcBef>
                <a:spcPts val="425"/>
              </a:spcBef>
              <a:buClr>
                <a:srgbClr val="000000"/>
              </a:buClr>
              <a:buFont typeface="Arial"/>
              <a:buChar char="»"/>
            </a:pPr>
            <a:r>
              <a:rPr b="0" lang="en-US" sz="213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b="0" lang="en-US" sz="213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7" name="PlaceHolder 3"/>
          <p:cNvSpPr>
            <a:spLocks noGrp="1"/>
          </p:cNvSpPr>
          <p:nvPr>
            <p:ph type="body"/>
          </p:nvPr>
        </p:nvSpPr>
        <p:spPr>
          <a:xfrm>
            <a:off x="609480" y="2616120"/>
            <a:ext cx="4010760" cy="3657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t">
            <a:noAutofit/>
          </a:bodyPr>
          <a:p>
            <a:pPr indent="0" defTabSz="1219320">
              <a:lnSpc>
                <a:spcPct val="100000"/>
              </a:lnSpc>
              <a:spcBef>
                <a:spcPts val="320"/>
              </a:spcBef>
              <a:buNone/>
              <a:tabLst>
                <a:tab algn="l" pos="0"/>
              </a:tabLst>
            </a:pPr>
            <a:r>
              <a:rPr b="0" lang="en-US" sz="1600" strike="noStrike" u="non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b="0" lang="en-US" sz="16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98" name="PlaceHolder 4"/>
          <p:cNvSpPr>
            <a:spLocks noGrp="1"/>
          </p:cNvSpPr>
          <p:nvPr>
            <p:ph type="sldNum" idx="15"/>
          </p:nvPr>
        </p:nvSpPr>
        <p:spPr>
          <a:xfrm>
            <a:off x="-360" y="6396840"/>
            <a:ext cx="511200" cy="3646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5000" bIns="45000" anchor="t">
            <a:noAutofit/>
          </a:bodyPr>
          <a:lstStyle>
            <a:lvl1pPr indent="0" defTabSz="914400">
              <a:lnSpc>
                <a:spcPct val="100000"/>
              </a:lnSpc>
              <a:buNone/>
              <a:def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defTabSz="914400">
              <a:lnSpc>
                <a:spcPct val="100000"/>
              </a:lnSpc>
              <a:buNone/>
            </a:pPr>
            <a:fld id="{8B210876-2072-4623-9810-B6CA61D1CA9A}" type="slidenum">
              <a:rPr b="0" lang="en-IN" sz="1470" strike="noStrike" u="none">
                <a:solidFill>
                  <a:schemeClr val="lt1">
                    <a:lumMod val="50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b="0" lang="en-US" sz="147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sp>
        <p:nvSpPr>
          <p:cNvPr id="199" name="Rectangle 5"/>
          <p:cNvSpPr/>
          <p:nvPr/>
        </p:nvSpPr>
        <p:spPr>
          <a:xfrm>
            <a:off x="-2019960" y="-1150920"/>
            <a:ext cx="16245360" cy="91458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  <p:txBody>
          <a:bodyPr lIns="90000" rIns="90000" tIns="45000" bIns="45000" anchor="ctr">
            <a:noAutofit/>
          </a:bodyPr>
          <a:p>
            <a:pPr algn="ctr" defTabSz="914400">
              <a:lnSpc>
                <a:spcPct val="100000"/>
              </a:lnSpc>
            </a:pPr>
            <a:endParaRPr b="0" lang="en-IN" sz="2400" strike="noStrike" u="none">
              <a:solidFill>
                <a:schemeClr val="lt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Relationship Id="rId14" Type="http://schemas.openxmlformats.org/officeDocument/2006/relationships/slideLayout" Target="../slideLayouts/slideLayout13.xml"/><Relationship Id="rId15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15.xml"/><Relationship Id="rId17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PlaceHolder 1"/>
          <p:cNvSpPr>
            <a:spLocks noGrp="1"/>
          </p:cNvSpPr>
          <p:nvPr>
            <p:ph type="title"/>
          </p:nvPr>
        </p:nvSpPr>
        <p:spPr>
          <a:xfrm>
            <a:off x="101520" y="21960"/>
            <a:ext cx="12003120" cy="858240"/>
          </a:xfrm>
          <a:prstGeom prst="rect">
            <a:avLst/>
          </a:prstGeom>
          <a:noFill/>
          <a:ln w="0">
            <a:noFill/>
          </a:ln>
        </p:spPr>
        <p:txBody>
          <a:bodyPr lIns="91440" rIns="91440" tIns="45720" bIns="45720" anchor="ctr">
            <a:normAutofit/>
          </a:bodyPr>
          <a:p>
            <a:pPr indent="0" defTabSz="1219320">
              <a:lnSpc>
                <a:spcPct val="100000"/>
              </a:lnSpc>
              <a:spcAft>
                <a:spcPts val="601"/>
              </a:spcAft>
              <a:buNone/>
            </a:pPr>
            <a:r>
              <a:rPr sz="2800" b="1" u="none">
                <a:solidFill>
                  <a:srgbClr val="FFFFFF"/>
                </a:solidFill>
                <a:latin typeface="Arial"/>
              </a:rPr>
              <a:t>Project Status Update – December 2025</a:t>
            </a:r>
            <a:endParaRPr b="0" lang="en-US" sz="2800" strike="noStrike" u="non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07" name="TextBox 10"/>
          <p:cNvSpPr/>
          <p:nvPr/>
        </p:nvSpPr>
        <p:spPr>
          <a:xfrm>
            <a:off x="6900840" y="6561720"/>
            <a:ext cx="4392720" cy="276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 defTabSz="914400">
              <a:lnSpc>
                <a:spcPct val="100000"/>
              </a:lnSpc>
            </a:pPr>
            <a:r>
              <a:rPr b="1" lang="en-IN" sz="1200" strike="noStrike" u="none">
                <a:solidFill>
                  <a:schemeClr val="dk1"/>
                </a:solidFill>
                <a:effectLst/>
                <a:uFillTx/>
                <a:latin typeface="Arial"/>
              </a:rPr>
              <a:t>Dev Effort: S-Small, M-Medium, L-Large &amp; XL- Extra Large</a:t>
            </a:r>
            <a:endParaRPr b="0" lang="en-US" sz="1200" strike="noStrike" u="none">
              <a:solidFill>
                <a:srgbClr val="000000"/>
              </a:solidFill>
              <a:effectLst/>
              <a:uFillTx/>
              <a:latin typeface="FreeSerif"/>
            </a:endParaRPr>
          </a:p>
        </p:txBody>
      </p:sp>
      <p:grpSp>
        <p:nvGrpSpPr>
          <p:cNvPr id="208" name="Group 12"/>
          <p:cNvGrpSpPr/>
          <p:nvPr/>
        </p:nvGrpSpPr>
        <p:grpSpPr>
          <a:xfrm>
            <a:off x="788400" y="6582240"/>
            <a:ext cx="6411240" cy="263880"/>
            <a:chOff x="788400" y="6582240"/>
            <a:chExt cx="6411240" cy="263880"/>
          </a:xfrm>
        </p:grpSpPr>
        <p:sp>
          <p:nvSpPr>
            <p:cNvPr id="209" name="TextBox 3"/>
            <p:cNvSpPr/>
            <p:nvPr/>
          </p:nvSpPr>
          <p:spPr>
            <a:xfrm>
              <a:off x="1053720" y="6582240"/>
              <a:ext cx="11530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over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0" name="Oval 14"/>
            <p:cNvSpPr/>
            <p:nvPr/>
          </p:nvSpPr>
          <p:spPr>
            <a:xfrm>
              <a:off x="788400" y="6604560"/>
              <a:ext cx="182520" cy="182520"/>
            </a:xfrm>
            <a:prstGeom prst="ellipse">
              <a:avLst/>
            </a:prstGeom>
            <a:solidFill>
              <a:srgbClr val="309143"/>
            </a:solidFill>
            <a:ln w="9525">
              <a:solidFill>
                <a:srgbClr val="0e8943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1" name="TextBox 5"/>
            <p:cNvSpPr/>
            <p:nvPr/>
          </p:nvSpPr>
          <p:spPr>
            <a:xfrm>
              <a:off x="2153520" y="6592680"/>
              <a:ext cx="141948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in Progress 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2" name="Oval 16"/>
            <p:cNvSpPr/>
            <p:nvPr/>
          </p:nvSpPr>
          <p:spPr>
            <a:xfrm>
              <a:off x="1903320" y="6618240"/>
              <a:ext cx="182520" cy="182520"/>
            </a:xfrm>
            <a:prstGeom prst="ellipse">
              <a:avLst/>
            </a:prstGeom>
            <a:solidFill>
              <a:srgbClr val="0000ff"/>
            </a:solidFill>
            <a:ln w="9525">
              <a:solidFill>
                <a:srgbClr val="114984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3" name="TextBox 7"/>
            <p:cNvSpPr/>
            <p:nvPr/>
          </p:nvSpPr>
          <p:spPr>
            <a:xfrm>
              <a:off x="3608640" y="6582240"/>
              <a:ext cx="184716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algn="ctr"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Progress not as per plan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4" name="Oval 18"/>
            <p:cNvSpPr/>
            <p:nvPr/>
          </p:nvSpPr>
          <p:spPr>
            <a:xfrm>
              <a:off x="3410280" y="6618240"/>
              <a:ext cx="182520" cy="182520"/>
            </a:xfrm>
            <a:prstGeom prst="ellipse">
              <a:avLst/>
            </a:prstGeom>
            <a:solidFill>
              <a:srgbClr val="ff0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5" name="TextBox 9"/>
            <p:cNvSpPr/>
            <p:nvPr/>
          </p:nvSpPr>
          <p:spPr>
            <a:xfrm>
              <a:off x="5724000" y="6585840"/>
              <a:ext cx="1475640" cy="253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r>
                <a:rPr b="0" lang="en-US" sz="1000" strike="noStrike" u="none">
                  <a:solidFill>
                    <a:schemeClr val="dk1"/>
                  </a:solidFill>
                  <a:effectLst/>
                  <a:uFillTx/>
                  <a:latin typeface="Arial"/>
                </a:rPr>
                <a:t>Action yet to start</a:t>
              </a:r>
              <a:endParaRPr b="0" lang="en-US" sz="1000" strike="noStrike" u="none">
                <a:solidFill>
                  <a:srgbClr val="000000"/>
                </a:solidFill>
                <a:effectLst/>
                <a:uFillTx/>
                <a:latin typeface="FreeSerif"/>
              </a:endParaRPr>
            </a:p>
          </p:txBody>
        </p:sp>
        <p:sp>
          <p:nvSpPr>
            <p:cNvPr id="216" name="Oval 20"/>
            <p:cNvSpPr/>
            <p:nvPr/>
          </p:nvSpPr>
          <p:spPr>
            <a:xfrm>
              <a:off x="5493600" y="6617160"/>
              <a:ext cx="182520" cy="182520"/>
            </a:xfrm>
            <a:prstGeom prst="ellipse">
              <a:avLst/>
            </a:prstGeom>
            <a:solidFill>
              <a:srgbClr val="ffc000"/>
            </a:solidFill>
            <a:ln w="9525"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  <p:txBody>
            <a:bodyPr lIns="90000" rIns="90000" tIns="45000" bIns="45000" anchor="t">
              <a:noAutofit/>
            </a:bodyPr>
            <a:p>
              <a:pPr defTabSz="914400">
                <a:lnSpc>
                  <a:spcPct val="100000"/>
                </a:lnSpc>
                <a:tabLst>
                  <a:tab algn="l" pos="0"/>
                </a:tabLst>
              </a:pPr>
              <a:endParaRPr b="0" lang="en-US" sz="1000" strike="noStrike" u="none">
                <a:solidFill>
                  <a:schemeClr val="lt1"/>
                </a:solidFill>
                <a:effectLst/>
                <a:uFillTx/>
                <a:latin typeface="Arial"/>
              </a:endParaRPr>
            </a:p>
          </p:txBody>
        </p:sp>
      </p:grpSp>
      <p:graphicFrame>
        <p:nvGraphicFramePr>
          <p:cNvPr id="217" name="Table 216"/>
          <p:cNvGraphicFramePr>
            <a:graphicFrameLocks noGrp="1"/>
          </p:cNvGraphicFramePr>
          <p:nvPr/>
        </p:nvGraphicFramePr>
        <p:xfrm>
          <a:off x="274320" y="1097280"/>
          <a:ext cx="11612880" cy="810260"/>
        </p:xfrm>
        <a:graphic>
          <a:graphicData uri="http://schemas.openxmlformats.org/drawingml/2006/table">
            <a:tbl>
              <a:tblPr firstRow="1" bandRow="1"/>
              <a:tblGrid>
                <a:gridCol w="548640"/>
                <a:gridCol w="2926080"/>
                <a:gridCol w="2560320"/>
                <a:gridCol w="914400"/>
                <a:gridCol w="1828800"/>
                <a:gridCol w="1371600"/>
                <a:gridCol w="1463040"/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Sl no.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Brief about change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What is the impact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Dev effort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Remarks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Gone Live/ETA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400" b="1">
                          <a:solidFill>
                            <a:srgbClr val="FFFFFF"/>
                          </a:solidFill>
                        </a:rPr>
                        <a:t>Status</a:t>
                      </a:r>
                    </a:p>
                  </a:txBody>
                  <a:tcPr anchor="ctr">
                    <a:solidFill>
                      <a:srgbClr val="1E497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  <a:tr h="444500">
                <a:tc>
                  <a:txBody>
                    <a:bodyPr wrap="square"/>
                    <a:lstStyle/>
                    <a:p>
                      <a:pPr algn="ctr"/>
                      <a:r>
                        <a:rPr sz="1200"/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sdofijasoidfjasoidfjoi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asdoifjasoidfjoasidfjo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L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asodjfiasodfjasoidfj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/>
                        <a:t>02/09/2003</a:t>
                      </a:r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 wrap="square"/>
                    <a:lstStyle/>
                    <a:p>
                      <a:pPr algn="ctr"/>
                    </a:p>
                  </a:txBody>
                  <a:tcPr anchor="ctr">
                    <a:solidFill>
                      <a:srgbClr val="FFFFFF"/>
                    </a:solidFill>
                    <a:lnL w="19050" cap="flat" cmpd="sng" algn="ctr">
                      <a:solidFill>
                        <a:srgbClr val="000000"/>
                      </a:solidFill>
                      <a:prstDash val="solid"/>
                    </a:lnL>
                    <a:lnR w="19050" cap="flat" cmpd="sng" algn="ctr">
                      <a:solidFill>
                        <a:srgbClr val="000000"/>
                      </a:solidFill>
                      <a:prstDash val="solid"/>
                    </a:lnR>
                    <a:lnT w="19050" cap="flat" cmpd="sng" algn="ctr">
                      <a:solidFill>
                        <a:srgbClr val="000000"/>
                      </a:solidFill>
                      <a:prstDash val="solid"/>
                    </a:lnT>
                    <a:lnB w="19050" cap="flat" cmpd="sng" algn="ctr">
                      <a:solidFill>
                        <a:srgbClr val="000000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218" name="Oval 217"/>
          <p:cNvSpPr/>
          <p:nvPr/>
        </p:nvSpPr>
        <p:spPr>
          <a:xfrm>
            <a:off x="11041380" y="1708150"/>
            <a:ext cx="228600" cy="228600"/>
          </a:xfrm>
          <a:prstGeom prst="ellipse">
            <a:avLst/>
          </a:prstGeom>
          <a:solidFill>
            <a:srgbClr val="C00000"/>
          </a:solidFill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2_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7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4A726AF866EB949905C263263F22C69" ma:contentTypeVersion="15" ma:contentTypeDescription="Create a new document." ma:contentTypeScope="" ma:versionID="707a0f7d09b5cd107bf28a52b74ff8b5">
  <xsd:schema xmlns:xsd="http://www.w3.org/2001/XMLSchema" xmlns:xs="http://www.w3.org/2001/XMLSchema" xmlns:p="http://schemas.microsoft.com/office/2006/metadata/properties" xmlns:ns2="d3889125-aaee-429f-b9ed-0a9b40d846ab" xmlns:ns3="4d1091d3-8b75-4c53-b255-1851c8860f82" targetNamespace="http://schemas.microsoft.com/office/2006/metadata/properties" ma:root="true" ma:fieldsID="4237103bcd9844aa107ac360b1e9b23f" ns2:_="" ns3:_="">
    <xsd:import namespace="d3889125-aaee-429f-b9ed-0a9b40d846ab"/>
    <xsd:import namespace="4d1091d3-8b75-4c53-b255-1851c8860f82"/>
    <xsd:element name="properties">
      <xsd:complexType>
        <xsd:sequence>
          <xsd:element name="documentManagement">
            <xsd:complexType>
              <xsd:all>
                <xsd:element ref="ns2:SharedWithUsers" minOccurs="0"/>
                <xsd:element ref="ns2:SharedWithDetails" minOccurs="0"/>
                <xsd:element ref="ns3:MediaServiceMetadata" minOccurs="0"/>
                <xsd:element ref="ns3:MediaServiceFastMetadata" minOccurs="0"/>
                <xsd:element ref="ns3:MediaServiceAutoTags" minOccurs="0"/>
                <xsd:element ref="ns3:MediaServiceOCR" minOccurs="0"/>
                <xsd:element ref="ns3:MediaServiceGenerationTime" minOccurs="0"/>
                <xsd:element ref="ns3:MediaServiceEventHashCode" minOccurs="0"/>
                <xsd:element ref="ns3:lcf76f155ced4ddcb4097134ff3c332f" minOccurs="0"/>
                <xsd:element ref="ns2:TaxCatchAll" minOccurs="0"/>
                <xsd:element ref="ns3:MediaServiceDateTaken" minOccurs="0"/>
                <xsd:element ref="ns3:MediaServiceObjectDetectorVersions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89125-aaee-429f-b9ed-0a9b40d846ab" elementFormDefault="qualified">
    <xsd:import namespace="http://schemas.microsoft.com/office/2006/documentManagement/types"/>
    <xsd:import namespace="http://schemas.microsoft.com/office/infopath/2007/PartnerControls"/>
    <xsd:element name="SharedWithUsers" ma:index="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18" nillable="true" ma:displayName="Taxonomy Catch All Column" ma:hidden="true" ma:list="{d694d9d8-dba4-45a1-a897-9a61e372a2a9}" ma:internalName="TaxCatchAll" ma:showField="CatchAllData" ma:web="d3889125-aaee-429f-b9ed-0a9b40d846a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1091d3-8b75-4c53-b255-1851c8860f8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0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1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f1bc4c63-2640-44b8-a5e3-038ec50acdb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2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4d1091d3-8b75-4c53-b255-1851c8860f82">
      <Terms xmlns="http://schemas.microsoft.com/office/infopath/2007/PartnerControls"/>
    </lcf76f155ced4ddcb4097134ff3c332f>
    <TaxCatchAll xmlns="d3889125-aaee-429f-b9ed-0a9b40d846ab" xsi:nil="true"/>
    <SharedWithUsers xmlns="d3889125-aaee-429f-b9ed-0a9b40d846ab">
      <UserInfo>
        <DisplayName>Ram Sundar B (Fintech/Chennai)</DisplayName>
        <AccountId>81</AccountId>
        <AccountType/>
      </UserInfo>
      <UserInfo>
        <DisplayName>Rengaraj S (Product Management/Chennai)</DisplayName>
        <AccountId>256</AccountId>
        <AccountType/>
      </UserInfo>
    </SharedWithUsers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3EFBF0D-79B2-4082-91C0-8B6AE13B302F}">
  <ds:schemaRefs>
    <ds:schemaRef ds:uri="4d1091d3-8b75-4c53-b255-1851c8860f82"/>
    <ds:schemaRef ds:uri="d3889125-aaee-429f-b9ed-0a9b40d846ab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0B42909D-B837-4255-8B0D-CEF3F0743DF1}">
  <ds:schemaRefs>
    <ds:schemaRef ds:uri="4d1091d3-8b75-4c53-b255-1851c8860f82"/>
    <ds:schemaRef ds:uri="d3889125-aaee-429f-b9ed-0a9b40d846ab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B4F805CF-009F-4B0F-856A-CD5DED1FE69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</TotalTime>
  <Application>LibreOffice/25.2.7.2$Linux_X86_64 LibreOffice_project/520$Build-2</Application>
  <AppVersion>15.0000</AppVersion>
  <Words>35</Words>
  <Paragraphs>7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2024-05-08T05:47:52Z</dcterms:created>
  <dc:creator>Juliet Celin Prabha J (IT/Chennai)</dc:creator>
  <dc:description/>
  <dc:language>en-US</dc:language>
  <cp:lastModifiedBy/>
  <dcterms:modified xsi:type="dcterms:W3CDTF">2026-01-27T09:17:26Z</dcterms:modified>
  <cp:revision>6</cp:revision>
  <dc:subject/>
  <dc:title>Digital Transformation Projects – One LOS &amp; One LMS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lassification">
    <vt:lpwstr>TVSC_INT3RNAL</vt:lpwstr>
  </property>
  <property fmtid="{D5CDD505-2E9C-101B-9397-08002B2CF9AE}" pid="3" name="ContentTypeId">
    <vt:lpwstr>0x01010024A726AF866EB949905C263263F22C69</vt:lpwstr>
  </property>
  <property fmtid="{D5CDD505-2E9C-101B-9397-08002B2CF9AE}" pid="4" name="MSIP_Label_6acbd73f-3615-48fc-b186-fc426e09ae88_ActionId">
    <vt:lpwstr>8c073f4a-077f-4f2b-90bf-44bfe4e92ac1</vt:lpwstr>
  </property>
  <property fmtid="{D5CDD505-2E9C-101B-9397-08002B2CF9AE}" pid="5" name="MSIP_Label_6acbd73f-3615-48fc-b186-fc426e09ae88_ContentBits">
    <vt:lpwstr>0</vt:lpwstr>
  </property>
  <property fmtid="{D5CDD505-2E9C-101B-9397-08002B2CF9AE}" pid="6" name="MSIP_Label_6acbd73f-3615-48fc-b186-fc426e09ae88_Enabled">
    <vt:lpwstr>true</vt:lpwstr>
  </property>
  <property fmtid="{D5CDD505-2E9C-101B-9397-08002B2CF9AE}" pid="7" name="MSIP_Label_6acbd73f-3615-48fc-b186-fc426e09ae88_Method">
    <vt:lpwstr>Privileged</vt:lpwstr>
  </property>
  <property fmtid="{D5CDD505-2E9C-101B-9397-08002B2CF9AE}" pid="8" name="MSIP_Label_6acbd73f-3615-48fc-b186-fc426e09ae88_Name">
    <vt:lpwstr>Internal - TVS Credits</vt:lpwstr>
  </property>
  <property fmtid="{D5CDD505-2E9C-101B-9397-08002B2CF9AE}" pid="9" name="MSIP_Label_6acbd73f-3615-48fc-b186-fc426e09ae88_SetDate">
    <vt:lpwstr>2024-05-15T05:25:54Z</vt:lpwstr>
  </property>
  <property fmtid="{D5CDD505-2E9C-101B-9397-08002B2CF9AE}" pid="10" name="MSIP_Label_6acbd73f-3615-48fc-b186-fc426e09ae88_SiteId">
    <vt:lpwstr>125330db-c70b-4f5e-81c6-23e86d3c1f3a</vt:lpwstr>
  </property>
  <property fmtid="{D5CDD505-2E9C-101B-9397-08002B2CF9AE}" pid="11" name="MediaServiceImageTags">
    <vt:lpwstr/>
  </property>
  <property fmtid="{D5CDD505-2E9C-101B-9397-08002B2CF9AE}" pid="12" name="Notes">
    <vt:i4>1</vt:i4>
  </property>
  <property fmtid="{D5CDD505-2E9C-101B-9397-08002B2CF9AE}" pid="13" name="PresentationFormat">
    <vt:lpwstr>Widescreen</vt:lpwstr>
  </property>
  <property fmtid="{D5CDD505-2E9C-101B-9397-08002B2CF9AE}" pid="14" name="Slides">
    <vt:i4>1</vt:i4>
  </property>
  <property fmtid="{D5CDD505-2E9C-101B-9397-08002B2CF9AE}" pid="15" name="TitusGUID">
    <vt:lpwstr>8178eed8-7b47-46ea-8b27-1b3c7b5398e6</vt:lpwstr>
  </property>
</Properties>
</file>