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80F244-EFC8-0A06-18E1-4AA204B27D77}" name="Rengaraj S (Product Management/Chennai)" initials="RS" userId="S::5034524@TVSCREDIT.COM::05f14818-769b-4b16-98a0-e63808bc5ffa" providerId="AD"/>
  <p188:author id="{A71E617D-7E4E-DFDC-2844-471DF424763C}" name="Lohith Kumar M R (Product Management/Chennai)" initials="LKMR(M" userId="S::5075483@TVSCREDIT.COM::76f6508b-3978-4377-83f2-fbd10a76dff0" providerId="AD"/>
  <p188:author id="{50D730C7-4BE5-82F4-78E9-C218386C82F4}" name="Anubhav Deep Saxena (Fintech/Bangalore)" initials="A" userId="S::5050798@TVSCREDIT.COM::2dad5281-7cd1-4c1d-bd24-3d93ef96a60a" providerId="AD"/>
  <p188:author id="{2EDDB7CE-49EB-C747-32EB-E6EBD7CB427A}" name="Keyur Parikh Bakulesh (Strategy/Mumbai)" initials="KPB(" userId="S::5056122@TVSCREDIT.COM::a1f942f6-8406-4d9d-aa12-b30dc94e0d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43"/>
    <a:srgbClr val="FFFFFF"/>
    <a:srgbClr val="4F81BD"/>
    <a:srgbClr val="92D050"/>
    <a:srgbClr val="0000FF"/>
    <a:srgbClr val="00B050"/>
    <a:srgbClr val="70AD47"/>
    <a:srgbClr val="FF0000"/>
    <a:srgbClr val="114A84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4CA19-5703-4D0A-8A1F-2140253D3237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28387-41ED-4EF7-8E27-25814672F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2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C682FD-3A08-4969-A369-4828B3232A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8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jpe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2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3" y="452671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1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2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64033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6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21749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56012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 userDrawn="1"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7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2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7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759492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7941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10757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6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2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276352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05467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4" name="Rectangle 3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2514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7669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452630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4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07236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2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02197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1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067427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533387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0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 userDrawn="1"/>
        </p:nvCxnSpPr>
        <p:spPr>
          <a:xfrm>
            <a:off x="203200" y="6457153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4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 userDrawn="1"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08686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4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 userDrawn="1"/>
        </p:nvSpPr>
        <p:spPr>
          <a:xfrm>
            <a:off x="10011025" y="6509008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89580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1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2" y="2681104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2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 userDrawn="1"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 userDrawn="1"/>
        </p:nvCxnSpPr>
        <p:spPr>
          <a:xfrm>
            <a:off x="203200" y="636429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08685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3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14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015265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80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 userDrawn="1"/>
        </p:nvSpPr>
        <p:spPr>
          <a:xfrm>
            <a:off x="9817009" y="6467445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1D8EE-17A3-C372-45F0-8D6B989A75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248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20774-B552-ADC0-7943-E8508395468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95" y="117762"/>
            <a:ext cx="701390" cy="5334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16F364-B4BD-0C1B-7613-FD66570646C8}"/>
              </a:ext>
            </a:extLst>
          </p:cNvPr>
          <p:cNvSpPr/>
          <p:nvPr userDrawn="1"/>
        </p:nvSpPr>
        <p:spPr>
          <a:xfrm>
            <a:off x="-1" y="6812280"/>
            <a:ext cx="9237846" cy="4572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739F2-6420-739D-3615-21A52ADB357F}"/>
              </a:ext>
            </a:extLst>
          </p:cNvPr>
          <p:cNvSpPr/>
          <p:nvPr userDrawn="1"/>
        </p:nvSpPr>
        <p:spPr>
          <a:xfrm>
            <a:off x="2928282" y="6812280"/>
            <a:ext cx="9237846" cy="4572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0B920-C785-A4FA-3266-866F09D8F4FA}"/>
              </a:ext>
            </a:extLst>
          </p:cNvPr>
          <p:cNvSpPr/>
          <p:nvPr userDrawn="1"/>
        </p:nvSpPr>
        <p:spPr>
          <a:xfrm>
            <a:off x="-1" y="6467444"/>
            <a:ext cx="1565973" cy="31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24431-8043-6A2D-87D9-1B92C3FE08DD}"/>
              </a:ext>
            </a:extLst>
          </p:cNvPr>
          <p:cNvCxnSpPr/>
          <p:nvPr userDrawn="1"/>
        </p:nvCxnSpPr>
        <p:spPr>
          <a:xfrm>
            <a:off x="13860" y="831325"/>
            <a:ext cx="12164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0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1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1" y="2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9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01299" y="6597354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7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71CCCF-CF39-430E-99CC-5ACEF198A4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 userDrawn="1"/>
        </p:nvSpPr>
        <p:spPr>
          <a:xfrm>
            <a:off x="0" y="6537960"/>
            <a:ext cx="12192000" cy="2232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7305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73" r:id="rId13"/>
    <p:sldLayoutId id="2147483674" r:id="rId14"/>
    <p:sldLayoutId id="2147483675" r:id="rId15"/>
    <p:sldLayoutId id="2147483683" r:id="rId16"/>
  </p:sldLayoutIdLst>
  <p:hf hdr="0" ftr="0" dt="0"/>
  <p:txStyles>
    <p:titleStyle>
      <a:lvl1pPr algn="l" defTabSz="121914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0EB3-B354-4530-9AE6-595805C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2014"/>
            <a:ext cx="12003315" cy="8587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OMPL : Key Enhancements - </a:t>
            </a:r>
            <a:r>
              <a:rPr lang="en-US" sz="2800" dirty="0">
                <a:latin typeface="Arial"/>
                <a:cs typeface="Arial"/>
              </a:rPr>
              <a:t>Oct‘25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298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Microsoft Sans Serif</vt:lpstr>
      <vt:lpstr>2_Office Theme</vt:lpstr>
      <vt:lpstr>think-cell Slide</vt:lpstr>
      <vt:lpstr>OMPL : Key Enhancements - Oct‘25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Projects – One LOS &amp; One LMS</dc:title>
  <dc:creator>Juliet Celin Prabha J (IT/Chennai)</dc:creator>
  <cp:lastModifiedBy>Tirthankar Nath (IT/Guwahati)</cp:lastModifiedBy>
  <cp:revision>6</cp:revision>
  <dcterms:created xsi:type="dcterms:W3CDTF">2024-05-08T05:47:52Z</dcterms:created>
  <dcterms:modified xsi:type="dcterms:W3CDTF">2025-12-04T05:34:25Z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0x01010024A726AF866EB949905C263263F22C69</vt:lpwstr>
  </property>
  <property fmtid="{D5CDD505-2E9C-101B-9397-08002B2CF9AE}" pid="3" name="MediaServiceImageTags">
    <vt:lpwstr/>
  </property>
  <property fmtid="{D5CDD505-2E9C-101B-9397-08002B2CF9AE}" pid="4" name="MSIP_Label_6acbd73f-3615-48fc-b186-fc426e09ae88_Enabled">
    <vt:lpwstr>true</vt:lpwstr>
  </property>
  <property fmtid="{D5CDD505-2E9C-101B-9397-08002B2CF9AE}" pid="5" name="MSIP_Label_6acbd73f-3615-48fc-b186-fc426e09ae88_SetDate">
    <vt:lpwstr>2024-05-15T05:25:54Z</vt:lpwstr>
  </property>
  <property fmtid="{D5CDD505-2E9C-101B-9397-08002B2CF9AE}" pid="6" name="MSIP_Label_6acbd73f-3615-48fc-b186-fc426e09ae88_Method">
    <vt:lpwstr>Privileged</vt:lpwstr>
  </property>
  <property fmtid="{D5CDD505-2E9C-101B-9397-08002B2CF9AE}" pid="7" name="MSIP_Label_6acbd73f-3615-48fc-b186-fc426e09ae88_Name">
    <vt:lpwstr>Internal - TVS Credits</vt:lpwstr>
  </property>
  <property fmtid="{D5CDD505-2E9C-101B-9397-08002B2CF9AE}" pid="8" name="MSIP_Label_6acbd73f-3615-48fc-b186-fc426e09ae88_SiteId">
    <vt:lpwstr>125330db-c70b-4f5e-81c6-23e86d3c1f3a</vt:lpwstr>
  </property>
  <property fmtid="{D5CDD505-2E9C-101B-9397-08002B2CF9AE}" pid="9" name="MSIP_Label_6acbd73f-3615-48fc-b186-fc426e09ae88_ActionId">
    <vt:lpwstr>8c073f4a-077f-4f2b-90bf-44bfe4e92ac1</vt:lpwstr>
  </property>
  <property fmtid="{D5CDD505-2E9C-101B-9397-08002B2CF9AE}" pid="10" name="MSIP_Label_6acbd73f-3615-48fc-b186-fc426e09ae88_ContentBits">
    <vt:lpwstr>0</vt:lpwstr>
  </property>
  <property fmtid="{D5CDD505-2E9C-101B-9397-08002B2CF9AE}" pid="11" name="TitusGUID">
    <vt:lpwstr>8178eed8-7b47-46ea-8b27-1b3c7b5398e6</vt:lpwstr>
  </property>
  <property fmtid="{D5CDD505-2E9C-101B-9397-08002B2CF9AE}" pid="12" name="Classification">
    <vt:lpwstr>TVSC_INT3RNAL</vt:lpwstr>
  </property>
</Properties>
</file>