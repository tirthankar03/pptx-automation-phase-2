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Relationship Id="rId6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/>
                <a:latin typeface="Arial"/>
              </a:rPr>
              <a:t>Project Update Data 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2588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11041380" y="2152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11041380" y="2597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11041380" y="30416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11041380" y="3486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/>
                <a:latin typeface="Arial"/>
              </a:rPr>
              <a:t>Project Update Data 1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asiufdhiu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aiusdfh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aodifj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02/10/2026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0070C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