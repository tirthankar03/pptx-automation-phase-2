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Project Update Data 1</a:t>
            </a: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Oct‘25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Update Data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